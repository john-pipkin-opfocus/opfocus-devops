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10a49fb9f5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10a49fb9f5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10a49fb9f5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10a49fb9f5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10a49fb9f5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10a49fb9f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10a49fb9f5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10a49fb9f5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10a49fb9f5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10a49fb9f5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10a49fb9f5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10a49fb9f5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10a49fb9f5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10a49fb9f5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10a49fb9f5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10a49fb9f5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10a49fb9f5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10a49fb9f5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10a49fb9f5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10a49fb9f5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10a49fb9f5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10a49fb9f5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1805475"/>
            <a:ext cx="6144000" cy="9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50675" y="2834125"/>
            <a:ext cx="61965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0" y="2834137"/>
            <a:ext cx="6697859" cy="0"/>
          </a:xfrm>
          <a:custGeom>
            <a:rect b="b" l="l" r="r" t="t"/>
            <a:pathLst>
              <a:path extrusionOk="0" h="120000" w="14720569">
                <a:moveTo>
                  <a:pt x="0" y="0"/>
                </a:moveTo>
                <a:lnTo>
                  <a:pt x="14720337" y="0"/>
                </a:lnTo>
              </a:path>
            </a:pathLst>
          </a:custGeom>
          <a:noFill/>
          <a:ln cap="flat" cmpd="sng" w="41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/>
          <p:nvPr/>
        </p:nvSpPr>
        <p:spPr>
          <a:xfrm flipH="1">
            <a:off x="6697850" y="2623227"/>
            <a:ext cx="433200" cy="421800"/>
          </a:xfrm>
          <a:prstGeom prst="ellipse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600"/>
          </a:p>
        </p:txBody>
      </p:sp>
      <p:sp>
        <p:nvSpPr>
          <p:cNvPr id="16" name="Google Shape;16;p2"/>
          <p:cNvSpPr/>
          <p:nvPr/>
        </p:nvSpPr>
        <p:spPr>
          <a:xfrm>
            <a:off x="7776201" y="940500"/>
            <a:ext cx="1605300" cy="1601700"/>
          </a:xfrm>
          <a:prstGeom prst="ellipse">
            <a:avLst/>
          </a:prstGeom>
          <a:noFill/>
          <a:ln cap="flat" cmpd="sng" w="228600">
            <a:solidFill>
              <a:srgbClr val="008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600"/>
          </a:p>
        </p:txBody>
      </p:sp>
      <p:sp>
        <p:nvSpPr>
          <p:cNvPr id="17" name="Google Shape;17;p2"/>
          <p:cNvSpPr/>
          <p:nvPr/>
        </p:nvSpPr>
        <p:spPr>
          <a:xfrm>
            <a:off x="7469088" y="3278676"/>
            <a:ext cx="1675765" cy="1865299"/>
          </a:xfrm>
          <a:custGeom>
            <a:rect b="b" l="l" r="r" t="t"/>
            <a:pathLst>
              <a:path extrusionOk="0" h="4099559" w="3683000">
                <a:moveTo>
                  <a:pt x="3682479" y="0"/>
                </a:moveTo>
                <a:lnTo>
                  <a:pt x="3613040" y="15715"/>
                </a:lnTo>
                <a:lnTo>
                  <a:pt x="3567810" y="26590"/>
                </a:lnTo>
                <a:lnTo>
                  <a:pt x="3522748" y="37899"/>
                </a:lnTo>
                <a:lnTo>
                  <a:pt x="3477858" y="49639"/>
                </a:lnTo>
                <a:lnTo>
                  <a:pt x="3433140" y="61809"/>
                </a:lnTo>
                <a:lnTo>
                  <a:pt x="3388599" y="74406"/>
                </a:lnTo>
                <a:lnTo>
                  <a:pt x="3344235" y="87428"/>
                </a:lnTo>
                <a:lnTo>
                  <a:pt x="3300053" y="100871"/>
                </a:lnTo>
                <a:lnTo>
                  <a:pt x="3256052" y="114735"/>
                </a:lnTo>
                <a:lnTo>
                  <a:pt x="3212238" y="129016"/>
                </a:lnTo>
                <a:lnTo>
                  <a:pt x="3168610" y="143713"/>
                </a:lnTo>
                <a:lnTo>
                  <a:pt x="3125173" y="158822"/>
                </a:lnTo>
                <a:lnTo>
                  <a:pt x="3081927" y="174342"/>
                </a:lnTo>
                <a:lnTo>
                  <a:pt x="3038876" y="190270"/>
                </a:lnTo>
                <a:lnTo>
                  <a:pt x="2996022" y="206604"/>
                </a:lnTo>
                <a:lnTo>
                  <a:pt x="2953368" y="223341"/>
                </a:lnTo>
                <a:lnTo>
                  <a:pt x="2910915" y="240480"/>
                </a:lnTo>
                <a:lnTo>
                  <a:pt x="2868665" y="258017"/>
                </a:lnTo>
                <a:lnTo>
                  <a:pt x="2826623" y="275951"/>
                </a:lnTo>
                <a:lnTo>
                  <a:pt x="2784788" y="294279"/>
                </a:lnTo>
                <a:lnTo>
                  <a:pt x="2743165" y="312998"/>
                </a:lnTo>
                <a:lnTo>
                  <a:pt x="2701755" y="332107"/>
                </a:lnTo>
                <a:lnTo>
                  <a:pt x="2660561" y="351603"/>
                </a:lnTo>
                <a:lnTo>
                  <a:pt x="2619585" y="371484"/>
                </a:lnTo>
                <a:lnTo>
                  <a:pt x="2578829" y="391747"/>
                </a:lnTo>
                <a:lnTo>
                  <a:pt x="2538295" y="412390"/>
                </a:lnTo>
                <a:lnTo>
                  <a:pt x="2497987" y="433411"/>
                </a:lnTo>
                <a:lnTo>
                  <a:pt x="2457907" y="454807"/>
                </a:lnTo>
                <a:lnTo>
                  <a:pt x="2418056" y="476576"/>
                </a:lnTo>
                <a:lnTo>
                  <a:pt x="2378437" y="498716"/>
                </a:lnTo>
                <a:lnTo>
                  <a:pt x="2339053" y="521224"/>
                </a:lnTo>
                <a:lnTo>
                  <a:pt x="2299905" y="544098"/>
                </a:lnTo>
                <a:lnTo>
                  <a:pt x="2260997" y="567335"/>
                </a:lnTo>
                <a:lnTo>
                  <a:pt x="2222330" y="590934"/>
                </a:lnTo>
                <a:lnTo>
                  <a:pt x="2183907" y="614891"/>
                </a:lnTo>
                <a:lnTo>
                  <a:pt x="2145730" y="639206"/>
                </a:lnTo>
                <a:lnTo>
                  <a:pt x="2107802" y="663874"/>
                </a:lnTo>
                <a:lnTo>
                  <a:pt x="2070124" y="688894"/>
                </a:lnTo>
                <a:lnTo>
                  <a:pt x="2032700" y="714263"/>
                </a:lnTo>
                <a:lnTo>
                  <a:pt x="1995531" y="739980"/>
                </a:lnTo>
                <a:lnTo>
                  <a:pt x="1958621" y="766042"/>
                </a:lnTo>
                <a:lnTo>
                  <a:pt x="1921970" y="792446"/>
                </a:lnTo>
                <a:lnTo>
                  <a:pt x="1885582" y="819190"/>
                </a:lnTo>
                <a:lnTo>
                  <a:pt x="1849460" y="846272"/>
                </a:lnTo>
                <a:lnTo>
                  <a:pt x="1813604" y="873689"/>
                </a:lnTo>
                <a:lnTo>
                  <a:pt x="1778018" y="901439"/>
                </a:lnTo>
                <a:lnTo>
                  <a:pt x="1742705" y="929520"/>
                </a:lnTo>
                <a:lnTo>
                  <a:pt x="1707665" y="957929"/>
                </a:lnTo>
                <a:lnTo>
                  <a:pt x="1672903" y="986665"/>
                </a:lnTo>
                <a:lnTo>
                  <a:pt x="1638419" y="1015724"/>
                </a:lnTo>
                <a:lnTo>
                  <a:pt x="1604217" y="1045104"/>
                </a:lnTo>
                <a:lnTo>
                  <a:pt x="1570298" y="1074803"/>
                </a:lnTo>
                <a:lnTo>
                  <a:pt x="1536666" y="1104819"/>
                </a:lnTo>
                <a:lnTo>
                  <a:pt x="1503322" y="1135150"/>
                </a:lnTo>
                <a:lnTo>
                  <a:pt x="1470269" y="1165792"/>
                </a:lnTo>
                <a:lnTo>
                  <a:pt x="1437509" y="1196743"/>
                </a:lnTo>
                <a:lnTo>
                  <a:pt x="1405044" y="1228002"/>
                </a:lnTo>
                <a:lnTo>
                  <a:pt x="1372878" y="1259566"/>
                </a:lnTo>
                <a:lnTo>
                  <a:pt x="1341011" y="1291432"/>
                </a:lnTo>
                <a:lnTo>
                  <a:pt x="1309447" y="1323599"/>
                </a:lnTo>
                <a:lnTo>
                  <a:pt x="1278188" y="1356063"/>
                </a:lnTo>
                <a:lnTo>
                  <a:pt x="1247237" y="1388823"/>
                </a:lnTo>
                <a:lnTo>
                  <a:pt x="1216595" y="1421876"/>
                </a:lnTo>
                <a:lnTo>
                  <a:pt x="1186264" y="1455220"/>
                </a:lnTo>
                <a:lnTo>
                  <a:pt x="1156248" y="1488852"/>
                </a:lnTo>
                <a:lnTo>
                  <a:pt x="1126549" y="1522770"/>
                </a:lnTo>
                <a:lnTo>
                  <a:pt x="1097169" y="1556973"/>
                </a:lnTo>
                <a:lnTo>
                  <a:pt x="1068109" y="1591456"/>
                </a:lnTo>
                <a:lnTo>
                  <a:pt x="1039374" y="1626219"/>
                </a:lnTo>
                <a:lnTo>
                  <a:pt x="1010965" y="1661258"/>
                </a:lnTo>
                <a:lnTo>
                  <a:pt x="982884" y="1696571"/>
                </a:lnTo>
                <a:lnTo>
                  <a:pt x="955133" y="1732157"/>
                </a:lnTo>
                <a:lnTo>
                  <a:pt x="927716" y="1768012"/>
                </a:lnTo>
                <a:lnTo>
                  <a:pt x="900634" y="1804135"/>
                </a:lnTo>
                <a:lnTo>
                  <a:pt x="873890" y="1840523"/>
                </a:lnTo>
                <a:lnTo>
                  <a:pt x="847486" y="1877173"/>
                </a:lnTo>
                <a:lnTo>
                  <a:pt x="821425" y="1914083"/>
                </a:lnTo>
                <a:lnTo>
                  <a:pt x="795708" y="1951252"/>
                </a:lnTo>
                <a:lnTo>
                  <a:pt x="770338" y="1988676"/>
                </a:lnTo>
                <a:lnTo>
                  <a:pt x="745318" y="2026353"/>
                </a:lnTo>
                <a:lnTo>
                  <a:pt x="720650" y="2064281"/>
                </a:lnTo>
                <a:lnTo>
                  <a:pt x="696336" y="2102458"/>
                </a:lnTo>
                <a:lnTo>
                  <a:pt x="672378" y="2140880"/>
                </a:lnTo>
                <a:lnTo>
                  <a:pt x="648779" y="2179547"/>
                </a:lnTo>
                <a:lnTo>
                  <a:pt x="625542" y="2218455"/>
                </a:lnTo>
                <a:lnTo>
                  <a:pt x="602668" y="2257602"/>
                </a:lnTo>
                <a:lnTo>
                  <a:pt x="580160" y="2296987"/>
                </a:lnTo>
                <a:lnTo>
                  <a:pt x="558020" y="2336605"/>
                </a:lnTo>
                <a:lnTo>
                  <a:pt x="536251" y="2376456"/>
                </a:lnTo>
                <a:lnTo>
                  <a:pt x="514855" y="2416536"/>
                </a:lnTo>
                <a:lnTo>
                  <a:pt x="493835" y="2456844"/>
                </a:lnTo>
                <a:lnTo>
                  <a:pt x="473191" y="2497377"/>
                </a:lnTo>
                <a:lnTo>
                  <a:pt x="452928" y="2538132"/>
                </a:lnTo>
                <a:lnTo>
                  <a:pt x="433048" y="2579108"/>
                </a:lnTo>
                <a:lnTo>
                  <a:pt x="413552" y="2620302"/>
                </a:lnTo>
                <a:lnTo>
                  <a:pt x="394443" y="2661712"/>
                </a:lnTo>
                <a:lnTo>
                  <a:pt x="375723" y="2703335"/>
                </a:lnTo>
                <a:lnTo>
                  <a:pt x="357395" y="2745169"/>
                </a:lnTo>
                <a:lnTo>
                  <a:pt x="339461" y="2787211"/>
                </a:lnTo>
                <a:lnTo>
                  <a:pt x="321924" y="2829460"/>
                </a:lnTo>
                <a:lnTo>
                  <a:pt x="304786" y="2871913"/>
                </a:lnTo>
                <a:lnTo>
                  <a:pt x="288048" y="2914567"/>
                </a:lnTo>
                <a:lnTo>
                  <a:pt x="271714" y="2957420"/>
                </a:lnTo>
                <a:lnTo>
                  <a:pt x="255786" y="3000471"/>
                </a:lnTo>
                <a:lnTo>
                  <a:pt x="240267" y="3043716"/>
                </a:lnTo>
                <a:lnTo>
                  <a:pt x="225157" y="3087153"/>
                </a:lnTo>
                <a:lnTo>
                  <a:pt x="210461" y="3130780"/>
                </a:lnTo>
                <a:lnTo>
                  <a:pt x="196180" y="3174595"/>
                </a:lnTo>
                <a:lnTo>
                  <a:pt x="182316" y="3218594"/>
                </a:lnTo>
                <a:lnTo>
                  <a:pt x="168872" y="3262777"/>
                </a:lnTo>
                <a:lnTo>
                  <a:pt x="155851" y="3307139"/>
                </a:lnTo>
                <a:lnTo>
                  <a:pt x="143254" y="3351680"/>
                </a:lnTo>
                <a:lnTo>
                  <a:pt x="131084" y="3396397"/>
                </a:lnTo>
                <a:lnTo>
                  <a:pt x="119344" y="3441287"/>
                </a:lnTo>
                <a:lnTo>
                  <a:pt x="108035" y="3486349"/>
                </a:lnTo>
                <a:lnTo>
                  <a:pt x="97160" y="3531578"/>
                </a:lnTo>
                <a:lnTo>
                  <a:pt x="86721" y="3576975"/>
                </a:lnTo>
                <a:lnTo>
                  <a:pt x="76721" y="3622535"/>
                </a:lnTo>
                <a:lnTo>
                  <a:pt x="67163" y="3668257"/>
                </a:lnTo>
                <a:lnTo>
                  <a:pt x="58047" y="3714138"/>
                </a:lnTo>
                <a:lnTo>
                  <a:pt x="49378" y="3760177"/>
                </a:lnTo>
                <a:lnTo>
                  <a:pt x="41156" y="3806369"/>
                </a:lnTo>
                <a:lnTo>
                  <a:pt x="33385" y="3852715"/>
                </a:lnTo>
                <a:lnTo>
                  <a:pt x="26067" y="3899210"/>
                </a:lnTo>
                <a:lnTo>
                  <a:pt x="19203" y="3945852"/>
                </a:lnTo>
                <a:lnTo>
                  <a:pt x="12798" y="3992640"/>
                </a:lnTo>
                <a:lnTo>
                  <a:pt x="6852" y="4039571"/>
                </a:lnTo>
                <a:lnTo>
                  <a:pt x="1368" y="4086643"/>
                </a:lnTo>
                <a:lnTo>
                  <a:pt x="0" y="4099515"/>
                </a:lnTo>
                <a:lnTo>
                  <a:pt x="1834150" y="4099515"/>
                </a:lnTo>
                <a:lnTo>
                  <a:pt x="1835562" y="4091385"/>
                </a:lnTo>
                <a:lnTo>
                  <a:pt x="1844328" y="4045345"/>
                </a:lnTo>
                <a:lnTo>
                  <a:pt x="1853817" y="3999563"/>
                </a:lnTo>
                <a:lnTo>
                  <a:pt x="1864024" y="3954045"/>
                </a:lnTo>
                <a:lnTo>
                  <a:pt x="1874942" y="3908797"/>
                </a:lnTo>
                <a:lnTo>
                  <a:pt x="1886565" y="3863824"/>
                </a:lnTo>
                <a:lnTo>
                  <a:pt x="1898886" y="3819134"/>
                </a:lnTo>
                <a:lnTo>
                  <a:pt x="1911900" y="3774733"/>
                </a:lnTo>
                <a:lnTo>
                  <a:pt x="1925600" y="3730626"/>
                </a:lnTo>
                <a:lnTo>
                  <a:pt x="1939979" y="3686820"/>
                </a:lnTo>
                <a:lnTo>
                  <a:pt x="1955033" y="3643321"/>
                </a:lnTo>
                <a:lnTo>
                  <a:pt x="1970754" y="3600135"/>
                </a:lnTo>
                <a:lnTo>
                  <a:pt x="1987136" y="3557269"/>
                </a:lnTo>
                <a:lnTo>
                  <a:pt x="2004174" y="3514729"/>
                </a:lnTo>
                <a:lnTo>
                  <a:pt x="2021860" y="3472521"/>
                </a:lnTo>
                <a:lnTo>
                  <a:pt x="2040190" y="3430651"/>
                </a:lnTo>
                <a:lnTo>
                  <a:pt x="2059155" y="3389126"/>
                </a:lnTo>
                <a:lnTo>
                  <a:pt x="2078751" y="3347951"/>
                </a:lnTo>
                <a:lnTo>
                  <a:pt x="2098971" y="3307133"/>
                </a:lnTo>
                <a:lnTo>
                  <a:pt x="2119808" y="3266678"/>
                </a:lnTo>
                <a:lnTo>
                  <a:pt x="2141258" y="3226592"/>
                </a:lnTo>
                <a:lnTo>
                  <a:pt x="2163312" y="3186882"/>
                </a:lnTo>
                <a:lnTo>
                  <a:pt x="2185966" y="3147553"/>
                </a:lnTo>
                <a:lnTo>
                  <a:pt x="2209213" y="3108613"/>
                </a:lnTo>
                <a:lnTo>
                  <a:pt x="2233047" y="3070066"/>
                </a:lnTo>
                <a:lnTo>
                  <a:pt x="2257461" y="3031920"/>
                </a:lnTo>
                <a:lnTo>
                  <a:pt x="2282449" y="2994181"/>
                </a:lnTo>
                <a:lnTo>
                  <a:pt x="2308006" y="2956854"/>
                </a:lnTo>
                <a:lnTo>
                  <a:pt x="2334125" y="2919946"/>
                </a:lnTo>
                <a:lnTo>
                  <a:pt x="2360799" y="2883463"/>
                </a:lnTo>
                <a:lnTo>
                  <a:pt x="2388022" y="2847412"/>
                </a:lnTo>
                <a:lnTo>
                  <a:pt x="2415789" y="2811799"/>
                </a:lnTo>
                <a:lnTo>
                  <a:pt x="2444093" y="2776629"/>
                </a:lnTo>
                <a:lnTo>
                  <a:pt x="2472928" y="2741909"/>
                </a:lnTo>
                <a:lnTo>
                  <a:pt x="2502288" y="2707646"/>
                </a:lnTo>
                <a:lnTo>
                  <a:pt x="2532165" y="2673845"/>
                </a:lnTo>
                <a:lnTo>
                  <a:pt x="2562555" y="2640513"/>
                </a:lnTo>
                <a:lnTo>
                  <a:pt x="2593451" y="2607655"/>
                </a:lnTo>
                <a:lnTo>
                  <a:pt x="2624847" y="2575279"/>
                </a:lnTo>
                <a:lnTo>
                  <a:pt x="2656736" y="2543390"/>
                </a:lnTo>
                <a:lnTo>
                  <a:pt x="2689113" y="2511995"/>
                </a:lnTo>
                <a:lnTo>
                  <a:pt x="2721971" y="2481099"/>
                </a:lnTo>
                <a:lnTo>
                  <a:pt x="2755303" y="2450710"/>
                </a:lnTo>
                <a:lnTo>
                  <a:pt x="2789105" y="2420832"/>
                </a:lnTo>
                <a:lnTo>
                  <a:pt x="2823369" y="2391473"/>
                </a:lnTo>
                <a:lnTo>
                  <a:pt x="2858089" y="2362639"/>
                </a:lnTo>
                <a:lnTo>
                  <a:pt x="2893259" y="2334335"/>
                </a:lnTo>
                <a:lnTo>
                  <a:pt x="2928873" y="2306568"/>
                </a:lnTo>
                <a:lnTo>
                  <a:pt x="2964925" y="2279345"/>
                </a:lnTo>
                <a:lnTo>
                  <a:pt x="3001408" y="2252671"/>
                </a:lnTo>
                <a:lnTo>
                  <a:pt x="3038316" y="2226553"/>
                </a:lnTo>
                <a:lnTo>
                  <a:pt x="3075643" y="2200997"/>
                </a:lnTo>
                <a:lnTo>
                  <a:pt x="3113383" y="2176009"/>
                </a:lnTo>
                <a:lnTo>
                  <a:pt x="3151530" y="2151595"/>
                </a:lnTo>
                <a:lnTo>
                  <a:pt x="3190076" y="2127762"/>
                </a:lnTo>
                <a:lnTo>
                  <a:pt x="3229017" y="2104515"/>
                </a:lnTo>
                <a:lnTo>
                  <a:pt x="3268346" y="2081862"/>
                </a:lnTo>
                <a:lnTo>
                  <a:pt x="3308057" y="2059807"/>
                </a:lnTo>
                <a:lnTo>
                  <a:pt x="3348143" y="2038358"/>
                </a:lnTo>
                <a:lnTo>
                  <a:pt x="3388599" y="2017521"/>
                </a:lnTo>
                <a:lnTo>
                  <a:pt x="3429417" y="1997301"/>
                </a:lnTo>
                <a:lnTo>
                  <a:pt x="3470592" y="1977706"/>
                </a:lnTo>
                <a:lnTo>
                  <a:pt x="3512118" y="1958740"/>
                </a:lnTo>
                <a:lnTo>
                  <a:pt x="3553989" y="1940412"/>
                </a:lnTo>
                <a:lnTo>
                  <a:pt x="3596197" y="1922725"/>
                </a:lnTo>
                <a:lnTo>
                  <a:pt x="3638738" y="1905688"/>
                </a:lnTo>
                <a:lnTo>
                  <a:pt x="3681604" y="1889306"/>
                </a:lnTo>
                <a:lnTo>
                  <a:pt x="3682479" y="1888987"/>
                </a:lnTo>
                <a:lnTo>
                  <a:pt x="3682479" y="0"/>
                </a:lnTo>
                <a:close/>
              </a:path>
            </a:pathLst>
          </a:custGeom>
          <a:solidFill>
            <a:srgbClr val="20242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3"/>
          <p:cNvSpPr/>
          <p:nvPr/>
        </p:nvSpPr>
        <p:spPr>
          <a:xfrm flipH="1">
            <a:off x="8375869" y="-73945"/>
            <a:ext cx="862200" cy="839400"/>
          </a:xfrm>
          <a:prstGeom prst="ellipse">
            <a:avLst/>
          </a:prstGeom>
          <a:noFill/>
          <a:ln cap="flat" cmpd="sng" w="228600">
            <a:solidFill>
              <a:srgbClr val="70AE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469088" y="3278676"/>
            <a:ext cx="1675765" cy="1865299"/>
          </a:xfrm>
          <a:custGeom>
            <a:rect b="b" l="l" r="r" t="t"/>
            <a:pathLst>
              <a:path extrusionOk="0" h="4099559" w="3683000">
                <a:moveTo>
                  <a:pt x="3682479" y="0"/>
                </a:moveTo>
                <a:lnTo>
                  <a:pt x="3613040" y="15715"/>
                </a:lnTo>
                <a:lnTo>
                  <a:pt x="3567810" y="26590"/>
                </a:lnTo>
                <a:lnTo>
                  <a:pt x="3522748" y="37899"/>
                </a:lnTo>
                <a:lnTo>
                  <a:pt x="3477858" y="49639"/>
                </a:lnTo>
                <a:lnTo>
                  <a:pt x="3433140" y="61809"/>
                </a:lnTo>
                <a:lnTo>
                  <a:pt x="3388599" y="74406"/>
                </a:lnTo>
                <a:lnTo>
                  <a:pt x="3344235" y="87428"/>
                </a:lnTo>
                <a:lnTo>
                  <a:pt x="3300053" y="100871"/>
                </a:lnTo>
                <a:lnTo>
                  <a:pt x="3256052" y="114735"/>
                </a:lnTo>
                <a:lnTo>
                  <a:pt x="3212238" y="129016"/>
                </a:lnTo>
                <a:lnTo>
                  <a:pt x="3168610" y="143713"/>
                </a:lnTo>
                <a:lnTo>
                  <a:pt x="3125173" y="158822"/>
                </a:lnTo>
                <a:lnTo>
                  <a:pt x="3081927" y="174342"/>
                </a:lnTo>
                <a:lnTo>
                  <a:pt x="3038876" y="190270"/>
                </a:lnTo>
                <a:lnTo>
                  <a:pt x="2996022" y="206604"/>
                </a:lnTo>
                <a:lnTo>
                  <a:pt x="2953368" y="223341"/>
                </a:lnTo>
                <a:lnTo>
                  <a:pt x="2910915" y="240480"/>
                </a:lnTo>
                <a:lnTo>
                  <a:pt x="2868665" y="258017"/>
                </a:lnTo>
                <a:lnTo>
                  <a:pt x="2826623" y="275951"/>
                </a:lnTo>
                <a:lnTo>
                  <a:pt x="2784788" y="294279"/>
                </a:lnTo>
                <a:lnTo>
                  <a:pt x="2743165" y="312998"/>
                </a:lnTo>
                <a:lnTo>
                  <a:pt x="2701755" y="332107"/>
                </a:lnTo>
                <a:lnTo>
                  <a:pt x="2660561" y="351603"/>
                </a:lnTo>
                <a:lnTo>
                  <a:pt x="2619585" y="371484"/>
                </a:lnTo>
                <a:lnTo>
                  <a:pt x="2578829" y="391747"/>
                </a:lnTo>
                <a:lnTo>
                  <a:pt x="2538295" y="412390"/>
                </a:lnTo>
                <a:lnTo>
                  <a:pt x="2497987" y="433411"/>
                </a:lnTo>
                <a:lnTo>
                  <a:pt x="2457907" y="454807"/>
                </a:lnTo>
                <a:lnTo>
                  <a:pt x="2418056" y="476576"/>
                </a:lnTo>
                <a:lnTo>
                  <a:pt x="2378437" y="498716"/>
                </a:lnTo>
                <a:lnTo>
                  <a:pt x="2339053" y="521224"/>
                </a:lnTo>
                <a:lnTo>
                  <a:pt x="2299905" y="544098"/>
                </a:lnTo>
                <a:lnTo>
                  <a:pt x="2260997" y="567335"/>
                </a:lnTo>
                <a:lnTo>
                  <a:pt x="2222330" y="590934"/>
                </a:lnTo>
                <a:lnTo>
                  <a:pt x="2183907" y="614891"/>
                </a:lnTo>
                <a:lnTo>
                  <a:pt x="2145730" y="639206"/>
                </a:lnTo>
                <a:lnTo>
                  <a:pt x="2107802" y="663874"/>
                </a:lnTo>
                <a:lnTo>
                  <a:pt x="2070124" y="688894"/>
                </a:lnTo>
                <a:lnTo>
                  <a:pt x="2032700" y="714263"/>
                </a:lnTo>
                <a:lnTo>
                  <a:pt x="1995531" y="739980"/>
                </a:lnTo>
                <a:lnTo>
                  <a:pt x="1958621" y="766042"/>
                </a:lnTo>
                <a:lnTo>
                  <a:pt x="1921970" y="792446"/>
                </a:lnTo>
                <a:lnTo>
                  <a:pt x="1885582" y="819190"/>
                </a:lnTo>
                <a:lnTo>
                  <a:pt x="1849460" y="846272"/>
                </a:lnTo>
                <a:lnTo>
                  <a:pt x="1813604" y="873689"/>
                </a:lnTo>
                <a:lnTo>
                  <a:pt x="1778018" y="901439"/>
                </a:lnTo>
                <a:lnTo>
                  <a:pt x="1742705" y="929520"/>
                </a:lnTo>
                <a:lnTo>
                  <a:pt x="1707665" y="957929"/>
                </a:lnTo>
                <a:lnTo>
                  <a:pt x="1672903" y="986665"/>
                </a:lnTo>
                <a:lnTo>
                  <a:pt x="1638419" y="1015724"/>
                </a:lnTo>
                <a:lnTo>
                  <a:pt x="1604217" y="1045104"/>
                </a:lnTo>
                <a:lnTo>
                  <a:pt x="1570298" y="1074803"/>
                </a:lnTo>
                <a:lnTo>
                  <a:pt x="1536666" y="1104819"/>
                </a:lnTo>
                <a:lnTo>
                  <a:pt x="1503322" y="1135150"/>
                </a:lnTo>
                <a:lnTo>
                  <a:pt x="1470269" y="1165792"/>
                </a:lnTo>
                <a:lnTo>
                  <a:pt x="1437509" y="1196743"/>
                </a:lnTo>
                <a:lnTo>
                  <a:pt x="1405044" y="1228002"/>
                </a:lnTo>
                <a:lnTo>
                  <a:pt x="1372878" y="1259566"/>
                </a:lnTo>
                <a:lnTo>
                  <a:pt x="1341011" y="1291432"/>
                </a:lnTo>
                <a:lnTo>
                  <a:pt x="1309447" y="1323599"/>
                </a:lnTo>
                <a:lnTo>
                  <a:pt x="1278188" y="1356063"/>
                </a:lnTo>
                <a:lnTo>
                  <a:pt x="1247237" y="1388823"/>
                </a:lnTo>
                <a:lnTo>
                  <a:pt x="1216595" y="1421876"/>
                </a:lnTo>
                <a:lnTo>
                  <a:pt x="1186264" y="1455220"/>
                </a:lnTo>
                <a:lnTo>
                  <a:pt x="1156248" y="1488852"/>
                </a:lnTo>
                <a:lnTo>
                  <a:pt x="1126549" y="1522770"/>
                </a:lnTo>
                <a:lnTo>
                  <a:pt x="1097169" y="1556973"/>
                </a:lnTo>
                <a:lnTo>
                  <a:pt x="1068109" y="1591456"/>
                </a:lnTo>
                <a:lnTo>
                  <a:pt x="1039374" y="1626219"/>
                </a:lnTo>
                <a:lnTo>
                  <a:pt x="1010965" y="1661258"/>
                </a:lnTo>
                <a:lnTo>
                  <a:pt x="982884" y="1696571"/>
                </a:lnTo>
                <a:lnTo>
                  <a:pt x="955133" y="1732157"/>
                </a:lnTo>
                <a:lnTo>
                  <a:pt x="927716" y="1768012"/>
                </a:lnTo>
                <a:lnTo>
                  <a:pt x="900634" y="1804135"/>
                </a:lnTo>
                <a:lnTo>
                  <a:pt x="873890" y="1840523"/>
                </a:lnTo>
                <a:lnTo>
                  <a:pt x="847486" y="1877173"/>
                </a:lnTo>
                <a:lnTo>
                  <a:pt x="821425" y="1914083"/>
                </a:lnTo>
                <a:lnTo>
                  <a:pt x="795708" y="1951252"/>
                </a:lnTo>
                <a:lnTo>
                  <a:pt x="770338" y="1988676"/>
                </a:lnTo>
                <a:lnTo>
                  <a:pt x="745318" y="2026353"/>
                </a:lnTo>
                <a:lnTo>
                  <a:pt x="720650" y="2064281"/>
                </a:lnTo>
                <a:lnTo>
                  <a:pt x="696336" y="2102458"/>
                </a:lnTo>
                <a:lnTo>
                  <a:pt x="672378" y="2140880"/>
                </a:lnTo>
                <a:lnTo>
                  <a:pt x="648779" y="2179547"/>
                </a:lnTo>
                <a:lnTo>
                  <a:pt x="625542" y="2218455"/>
                </a:lnTo>
                <a:lnTo>
                  <a:pt x="602668" y="2257602"/>
                </a:lnTo>
                <a:lnTo>
                  <a:pt x="580160" y="2296987"/>
                </a:lnTo>
                <a:lnTo>
                  <a:pt x="558020" y="2336605"/>
                </a:lnTo>
                <a:lnTo>
                  <a:pt x="536251" y="2376456"/>
                </a:lnTo>
                <a:lnTo>
                  <a:pt x="514855" y="2416536"/>
                </a:lnTo>
                <a:lnTo>
                  <a:pt x="493835" y="2456844"/>
                </a:lnTo>
                <a:lnTo>
                  <a:pt x="473191" y="2497377"/>
                </a:lnTo>
                <a:lnTo>
                  <a:pt x="452928" y="2538132"/>
                </a:lnTo>
                <a:lnTo>
                  <a:pt x="433048" y="2579108"/>
                </a:lnTo>
                <a:lnTo>
                  <a:pt x="413552" y="2620302"/>
                </a:lnTo>
                <a:lnTo>
                  <a:pt x="394443" y="2661712"/>
                </a:lnTo>
                <a:lnTo>
                  <a:pt x="375723" y="2703335"/>
                </a:lnTo>
                <a:lnTo>
                  <a:pt x="357395" y="2745169"/>
                </a:lnTo>
                <a:lnTo>
                  <a:pt x="339461" y="2787211"/>
                </a:lnTo>
                <a:lnTo>
                  <a:pt x="321924" y="2829460"/>
                </a:lnTo>
                <a:lnTo>
                  <a:pt x="304786" y="2871913"/>
                </a:lnTo>
                <a:lnTo>
                  <a:pt x="288048" y="2914567"/>
                </a:lnTo>
                <a:lnTo>
                  <a:pt x="271714" y="2957420"/>
                </a:lnTo>
                <a:lnTo>
                  <a:pt x="255786" y="3000471"/>
                </a:lnTo>
                <a:lnTo>
                  <a:pt x="240267" y="3043716"/>
                </a:lnTo>
                <a:lnTo>
                  <a:pt x="225157" y="3087153"/>
                </a:lnTo>
                <a:lnTo>
                  <a:pt x="210461" y="3130780"/>
                </a:lnTo>
                <a:lnTo>
                  <a:pt x="196180" y="3174595"/>
                </a:lnTo>
                <a:lnTo>
                  <a:pt x="182316" y="3218594"/>
                </a:lnTo>
                <a:lnTo>
                  <a:pt x="168872" y="3262777"/>
                </a:lnTo>
                <a:lnTo>
                  <a:pt x="155851" y="3307139"/>
                </a:lnTo>
                <a:lnTo>
                  <a:pt x="143254" y="3351680"/>
                </a:lnTo>
                <a:lnTo>
                  <a:pt x="131084" y="3396397"/>
                </a:lnTo>
                <a:lnTo>
                  <a:pt x="119344" y="3441287"/>
                </a:lnTo>
                <a:lnTo>
                  <a:pt x="108035" y="3486349"/>
                </a:lnTo>
                <a:lnTo>
                  <a:pt x="97160" y="3531578"/>
                </a:lnTo>
                <a:lnTo>
                  <a:pt x="86721" y="3576975"/>
                </a:lnTo>
                <a:lnTo>
                  <a:pt x="76721" y="3622535"/>
                </a:lnTo>
                <a:lnTo>
                  <a:pt x="67163" y="3668257"/>
                </a:lnTo>
                <a:lnTo>
                  <a:pt x="58047" y="3714138"/>
                </a:lnTo>
                <a:lnTo>
                  <a:pt x="49378" y="3760177"/>
                </a:lnTo>
                <a:lnTo>
                  <a:pt x="41156" y="3806369"/>
                </a:lnTo>
                <a:lnTo>
                  <a:pt x="33385" y="3852715"/>
                </a:lnTo>
                <a:lnTo>
                  <a:pt x="26067" y="3899210"/>
                </a:lnTo>
                <a:lnTo>
                  <a:pt x="19203" y="3945852"/>
                </a:lnTo>
                <a:lnTo>
                  <a:pt x="12798" y="3992640"/>
                </a:lnTo>
                <a:lnTo>
                  <a:pt x="6852" y="4039571"/>
                </a:lnTo>
                <a:lnTo>
                  <a:pt x="1368" y="4086643"/>
                </a:lnTo>
                <a:lnTo>
                  <a:pt x="0" y="4099515"/>
                </a:lnTo>
                <a:lnTo>
                  <a:pt x="1834150" y="4099515"/>
                </a:lnTo>
                <a:lnTo>
                  <a:pt x="1835562" y="4091385"/>
                </a:lnTo>
                <a:lnTo>
                  <a:pt x="1844328" y="4045345"/>
                </a:lnTo>
                <a:lnTo>
                  <a:pt x="1853817" y="3999563"/>
                </a:lnTo>
                <a:lnTo>
                  <a:pt x="1864024" y="3954045"/>
                </a:lnTo>
                <a:lnTo>
                  <a:pt x="1874942" y="3908797"/>
                </a:lnTo>
                <a:lnTo>
                  <a:pt x="1886565" y="3863824"/>
                </a:lnTo>
                <a:lnTo>
                  <a:pt x="1898886" y="3819134"/>
                </a:lnTo>
                <a:lnTo>
                  <a:pt x="1911900" y="3774733"/>
                </a:lnTo>
                <a:lnTo>
                  <a:pt x="1925600" y="3730626"/>
                </a:lnTo>
                <a:lnTo>
                  <a:pt x="1939979" y="3686820"/>
                </a:lnTo>
                <a:lnTo>
                  <a:pt x="1955033" y="3643321"/>
                </a:lnTo>
                <a:lnTo>
                  <a:pt x="1970754" y="3600135"/>
                </a:lnTo>
                <a:lnTo>
                  <a:pt x="1987136" y="3557269"/>
                </a:lnTo>
                <a:lnTo>
                  <a:pt x="2004174" y="3514729"/>
                </a:lnTo>
                <a:lnTo>
                  <a:pt x="2021860" y="3472521"/>
                </a:lnTo>
                <a:lnTo>
                  <a:pt x="2040190" y="3430651"/>
                </a:lnTo>
                <a:lnTo>
                  <a:pt x="2059155" y="3389126"/>
                </a:lnTo>
                <a:lnTo>
                  <a:pt x="2078751" y="3347951"/>
                </a:lnTo>
                <a:lnTo>
                  <a:pt x="2098971" y="3307133"/>
                </a:lnTo>
                <a:lnTo>
                  <a:pt x="2119808" y="3266678"/>
                </a:lnTo>
                <a:lnTo>
                  <a:pt x="2141258" y="3226592"/>
                </a:lnTo>
                <a:lnTo>
                  <a:pt x="2163312" y="3186882"/>
                </a:lnTo>
                <a:lnTo>
                  <a:pt x="2185966" y="3147553"/>
                </a:lnTo>
                <a:lnTo>
                  <a:pt x="2209213" y="3108613"/>
                </a:lnTo>
                <a:lnTo>
                  <a:pt x="2233047" y="3070066"/>
                </a:lnTo>
                <a:lnTo>
                  <a:pt x="2257461" y="3031920"/>
                </a:lnTo>
                <a:lnTo>
                  <a:pt x="2282449" y="2994181"/>
                </a:lnTo>
                <a:lnTo>
                  <a:pt x="2308006" y="2956854"/>
                </a:lnTo>
                <a:lnTo>
                  <a:pt x="2334125" y="2919946"/>
                </a:lnTo>
                <a:lnTo>
                  <a:pt x="2360799" y="2883463"/>
                </a:lnTo>
                <a:lnTo>
                  <a:pt x="2388022" y="2847412"/>
                </a:lnTo>
                <a:lnTo>
                  <a:pt x="2415789" y="2811799"/>
                </a:lnTo>
                <a:lnTo>
                  <a:pt x="2444093" y="2776629"/>
                </a:lnTo>
                <a:lnTo>
                  <a:pt x="2472928" y="2741909"/>
                </a:lnTo>
                <a:lnTo>
                  <a:pt x="2502288" y="2707646"/>
                </a:lnTo>
                <a:lnTo>
                  <a:pt x="2532165" y="2673845"/>
                </a:lnTo>
                <a:lnTo>
                  <a:pt x="2562555" y="2640513"/>
                </a:lnTo>
                <a:lnTo>
                  <a:pt x="2593451" y="2607655"/>
                </a:lnTo>
                <a:lnTo>
                  <a:pt x="2624847" y="2575279"/>
                </a:lnTo>
                <a:lnTo>
                  <a:pt x="2656736" y="2543390"/>
                </a:lnTo>
                <a:lnTo>
                  <a:pt x="2689113" y="2511995"/>
                </a:lnTo>
                <a:lnTo>
                  <a:pt x="2721971" y="2481099"/>
                </a:lnTo>
                <a:lnTo>
                  <a:pt x="2755303" y="2450710"/>
                </a:lnTo>
                <a:lnTo>
                  <a:pt x="2789105" y="2420832"/>
                </a:lnTo>
                <a:lnTo>
                  <a:pt x="2823369" y="2391473"/>
                </a:lnTo>
                <a:lnTo>
                  <a:pt x="2858089" y="2362639"/>
                </a:lnTo>
                <a:lnTo>
                  <a:pt x="2893259" y="2334335"/>
                </a:lnTo>
                <a:lnTo>
                  <a:pt x="2928873" y="2306568"/>
                </a:lnTo>
                <a:lnTo>
                  <a:pt x="2964925" y="2279345"/>
                </a:lnTo>
                <a:lnTo>
                  <a:pt x="3001408" y="2252671"/>
                </a:lnTo>
                <a:lnTo>
                  <a:pt x="3038316" y="2226553"/>
                </a:lnTo>
                <a:lnTo>
                  <a:pt x="3075643" y="2200997"/>
                </a:lnTo>
                <a:lnTo>
                  <a:pt x="3113383" y="2176009"/>
                </a:lnTo>
                <a:lnTo>
                  <a:pt x="3151530" y="2151595"/>
                </a:lnTo>
                <a:lnTo>
                  <a:pt x="3190076" y="2127762"/>
                </a:lnTo>
                <a:lnTo>
                  <a:pt x="3229017" y="2104515"/>
                </a:lnTo>
                <a:lnTo>
                  <a:pt x="3268346" y="2081862"/>
                </a:lnTo>
                <a:lnTo>
                  <a:pt x="3308057" y="2059807"/>
                </a:lnTo>
                <a:lnTo>
                  <a:pt x="3348143" y="2038358"/>
                </a:lnTo>
                <a:lnTo>
                  <a:pt x="3388599" y="2017521"/>
                </a:lnTo>
                <a:lnTo>
                  <a:pt x="3429417" y="1997301"/>
                </a:lnTo>
                <a:lnTo>
                  <a:pt x="3470592" y="1977706"/>
                </a:lnTo>
                <a:lnTo>
                  <a:pt x="3512118" y="1958740"/>
                </a:lnTo>
                <a:lnTo>
                  <a:pt x="3553989" y="1940412"/>
                </a:lnTo>
                <a:lnTo>
                  <a:pt x="3596197" y="1922725"/>
                </a:lnTo>
                <a:lnTo>
                  <a:pt x="3638738" y="1905688"/>
                </a:lnTo>
                <a:lnTo>
                  <a:pt x="3681604" y="1889306"/>
                </a:lnTo>
                <a:lnTo>
                  <a:pt x="3682479" y="1888987"/>
                </a:lnTo>
                <a:lnTo>
                  <a:pt x="3682479" y="0"/>
                </a:lnTo>
                <a:close/>
              </a:path>
            </a:pathLst>
          </a:custGeom>
          <a:solidFill>
            <a:srgbClr val="20242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59750" y="192750"/>
            <a:ext cx="506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59750" y="1096400"/>
            <a:ext cx="495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/>
          <p:nvPr/>
        </p:nvSpPr>
        <p:spPr>
          <a:xfrm flipH="1" rot="-5400005">
            <a:off x="4446037" y="450792"/>
            <a:ext cx="5154000" cy="4241917"/>
          </a:xfrm>
          <a:prstGeom prst="flowChartManualInpu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6550100" y="1553550"/>
            <a:ext cx="203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" name="Google Shape;29;p4"/>
          <p:cNvSpPr txBox="1"/>
          <p:nvPr>
            <p:ph idx="2" type="body"/>
          </p:nvPr>
        </p:nvSpPr>
        <p:spPr>
          <a:xfrm>
            <a:off x="5577000" y="894050"/>
            <a:ext cx="3255300" cy="38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 flipH="1">
            <a:off x="8375869" y="-73945"/>
            <a:ext cx="862200" cy="839400"/>
          </a:xfrm>
          <a:prstGeom prst="ellipse">
            <a:avLst/>
          </a:prstGeom>
          <a:noFill/>
          <a:ln cap="flat" cmpd="sng" w="228600">
            <a:solidFill>
              <a:srgbClr val="70AE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5"/>
          <p:cNvSpPr/>
          <p:nvPr/>
        </p:nvSpPr>
        <p:spPr>
          <a:xfrm flipH="1">
            <a:off x="8375869" y="-73945"/>
            <a:ext cx="862200" cy="839400"/>
          </a:xfrm>
          <a:prstGeom prst="ellipse">
            <a:avLst/>
          </a:prstGeom>
          <a:noFill/>
          <a:ln cap="flat" cmpd="sng" w="228600">
            <a:solidFill>
              <a:srgbClr val="70AE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8136351" y="3841900"/>
            <a:ext cx="1049655" cy="1301610"/>
          </a:xfrm>
          <a:custGeom>
            <a:rect b="b" l="l" r="r" t="t"/>
            <a:pathLst>
              <a:path extrusionOk="0" h="4099559" w="3683000">
                <a:moveTo>
                  <a:pt x="3682479" y="0"/>
                </a:moveTo>
                <a:lnTo>
                  <a:pt x="3613040" y="15715"/>
                </a:lnTo>
                <a:lnTo>
                  <a:pt x="3567810" y="26590"/>
                </a:lnTo>
                <a:lnTo>
                  <a:pt x="3522748" y="37899"/>
                </a:lnTo>
                <a:lnTo>
                  <a:pt x="3477858" y="49639"/>
                </a:lnTo>
                <a:lnTo>
                  <a:pt x="3433140" y="61809"/>
                </a:lnTo>
                <a:lnTo>
                  <a:pt x="3388599" y="74406"/>
                </a:lnTo>
                <a:lnTo>
                  <a:pt x="3344235" y="87428"/>
                </a:lnTo>
                <a:lnTo>
                  <a:pt x="3300053" y="100871"/>
                </a:lnTo>
                <a:lnTo>
                  <a:pt x="3256052" y="114735"/>
                </a:lnTo>
                <a:lnTo>
                  <a:pt x="3212238" y="129016"/>
                </a:lnTo>
                <a:lnTo>
                  <a:pt x="3168610" y="143713"/>
                </a:lnTo>
                <a:lnTo>
                  <a:pt x="3125173" y="158822"/>
                </a:lnTo>
                <a:lnTo>
                  <a:pt x="3081927" y="174342"/>
                </a:lnTo>
                <a:lnTo>
                  <a:pt x="3038876" y="190270"/>
                </a:lnTo>
                <a:lnTo>
                  <a:pt x="2996022" y="206604"/>
                </a:lnTo>
                <a:lnTo>
                  <a:pt x="2953368" y="223341"/>
                </a:lnTo>
                <a:lnTo>
                  <a:pt x="2910915" y="240480"/>
                </a:lnTo>
                <a:lnTo>
                  <a:pt x="2868665" y="258017"/>
                </a:lnTo>
                <a:lnTo>
                  <a:pt x="2826623" y="275951"/>
                </a:lnTo>
                <a:lnTo>
                  <a:pt x="2784788" y="294279"/>
                </a:lnTo>
                <a:lnTo>
                  <a:pt x="2743165" y="312998"/>
                </a:lnTo>
                <a:lnTo>
                  <a:pt x="2701755" y="332107"/>
                </a:lnTo>
                <a:lnTo>
                  <a:pt x="2660561" y="351603"/>
                </a:lnTo>
                <a:lnTo>
                  <a:pt x="2619585" y="371484"/>
                </a:lnTo>
                <a:lnTo>
                  <a:pt x="2578829" y="391747"/>
                </a:lnTo>
                <a:lnTo>
                  <a:pt x="2538295" y="412390"/>
                </a:lnTo>
                <a:lnTo>
                  <a:pt x="2497987" y="433411"/>
                </a:lnTo>
                <a:lnTo>
                  <a:pt x="2457907" y="454807"/>
                </a:lnTo>
                <a:lnTo>
                  <a:pt x="2418056" y="476576"/>
                </a:lnTo>
                <a:lnTo>
                  <a:pt x="2378437" y="498716"/>
                </a:lnTo>
                <a:lnTo>
                  <a:pt x="2339053" y="521224"/>
                </a:lnTo>
                <a:lnTo>
                  <a:pt x="2299905" y="544098"/>
                </a:lnTo>
                <a:lnTo>
                  <a:pt x="2260997" y="567335"/>
                </a:lnTo>
                <a:lnTo>
                  <a:pt x="2222330" y="590934"/>
                </a:lnTo>
                <a:lnTo>
                  <a:pt x="2183907" y="614891"/>
                </a:lnTo>
                <a:lnTo>
                  <a:pt x="2145730" y="639206"/>
                </a:lnTo>
                <a:lnTo>
                  <a:pt x="2107802" y="663874"/>
                </a:lnTo>
                <a:lnTo>
                  <a:pt x="2070124" y="688894"/>
                </a:lnTo>
                <a:lnTo>
                  <a:pt x="2032700" y="714263"/>
                </a:lnTo>
                <a:lnTo>
                  <a:pt x="1995531" y="739980"/>
                </a:lnTo>
                <a:lnTo>
                  <a:pt x="1958621" y="766042"/>
                </a:lnTo>
                <a:lnTo>
                  <a:pt x="1921970" y="792446"/>
                </a:lnTo>
                <a:lnTo>
                  <a:pt x="1885582" y="819190"/>
                </a:lnTo>
                <a:lnTo>
                  <a:pt x="1849460" y="846272"/>
                </a:lnTo>
                <a:lnTo>
                  <a:pt x="1813604" y="873689"/>
                </a:lnTo>
                <a:lnTo>
                  <a:pt x="1778018" y="901439"/>
                </a:lnTo>
                <a:lnTo>
                  <a:pt x="1742705" y="929520"/>
                </a:lnTo>
                <a:lnTo>
                  <a:pt x="1707665" y="957929"/>
                </a:lnTo>
                <a:lnTo>
                  <a:pt x="1672903" y="986665"/>
                </a:lnTo>
                <a:lnTo>
                  <a:pt x="1638419" y="1015724"/>
                </a:lnTo>
                <a:lnTo>
                  <a:pt x="1604217" y="1045104"/>
                </a:lnTo>
                <a:lnTo>
                  <a:pt x="1570298" y="1074803"/>
                </a:lnTo>
                <a:lnTo>
                  <a:pt x="1536666" y="1104819"/>
                </a:lnTo>
                <a:lnTo>
                  <a:pt x="1503322" y="1135150"/>
                </a:lnTo>
                <a:lnTo>
                  <a:pt x="1470269" y="1165792"/>
                </a:lnTo>
                <a:lnTo>
                  <a:pt x="1437509" y="1196743"/>
                </a:lnTo>
                <a:lnTo>
                  <a:pt x="1405044" y="1228002"/>
                </a:lnTo>
                <a:lnTo>
                  <a:pt x="1372878" y="1259566"/>
                </a:lnTo>
                <a:lnTo>
                  <a:pt x="1341011" y="1291432"/>
                </a:lnTo>
                <a:lnTo>
                  <a:pt x="1309447" y="1323599"/>
                </a:lnTo>
                <a:lnTo>
                  <a:pt x="1278188" y="1356063"/>
                </a:lnTo>
                <a:lnTo>
                  <a:pt x="1247237" y="1388823"/>
                </a:lnTo>
                <a:lnTo>
                  <a:pt x="1216595" y="1421876"/>
                </a:lnTo>
                <a:lnTo>
                  <a:pt x="1186264" y="1455220"/>
                </a:lnTo>
                <a:lnTo>
                  <a:pt x="1156248" y="1488852"/>
                </a:lnTo>
                <a:lnTo>
                  <a:pt x="1126549" y="1522770"/>
                </a:lnTo>
                <a:lnTo>
                  <a:pt x="1097169" y="1556973"/>
                </a:lnTo>
                <a:lnTo>
                  <a:pt x="1068109" y="1591456"/>
                </a:lnTo>
                <a:lnTo>
                  <a:pt x="1039374" y="1626219"/>
                </a:lnTo>
                <a:lnTo>
                  <a:pt x="1010965" y="1661258"/>
                </a:lnTo>
                <a:lnTo>
                  <a:pt x="982884" y="1696571"/>
                </a:lnTo>
                <a:lnTo>
                  <a:pt x="955133" y="1732157"/>
                </a:lnTo>
                <a:lnTo>
                  <a:pt x="927716" y="1768012"/>
                </a:lnTo>
                <a:lnTo>
                  <a:pt x="900634" y="1804135"/>
                </a:lnTo>
                <a:lnTo>
                  <a:pt x="873890" y="1840523"/>
                </a:lnTo>
                <a:lnTo>
                  <a:pt x="847486" y="1877173"/>
                </a:lnTo>
                <a:lnTo>
                  <a:pt x="821425" y="1914083"/>
                </a:lnTo>
                <a:lnTo>
                  <a:pt x="795708" y="1951252"/>
                </a:lnTo>
                <a:lnTo>
                  <a:pt x="770338" y="1988676"/>
                </a:lnTo>
                <a:lnTo>
                  <a:pt x="745318" y="2026353"/>
                </a:lnTo>
                <a:lnTo>
                  <a:pt x="720650" y="2064281"/>
                </a:lnTo>
                <a:lnTo>
                  <a:pt x="696336" y="2102458"/>
                </a:lnTo>
                <a:lnTo>
                  <a:pt x="672378" y="2140880"/>
                </a:lnTo>
                <a:lnTo>
                  <a:pt x="648779" y="2179547"/>
                </a:lnTo>
                <a:lnTo>
                  <a:pt x="625542" y="2218455"/>
                </a:lnTo>
                <a:lnTo>
                  <a:pt x="602668" y="2257602"/>
                </a:lnTo>
                <a:lnTo>
                  <a:pt x="580160" y="2296987"/>
                </a:lnTo>
                <a:lnTo>
                  <a:pt x="558020" y="2336605"/>
                </a:lnTo>
                <a:lnTo>
                  <a:pt x="536251" y="2376456"/>
                </a:lnTo>
                <a:lnTo>
                  <a:pt x="514855" y="2416536"/>
                </a:lnTo>
                <a:lnTo>
                  <a:pt x="493835" y="2456844"/>
                </a:lnTo>
                <a:lnTo>
                  <a:pt x="473191" y="2497377"/>
                </a:lnTo>
                <a:lnTo>
                  <a:pt x="452928" y="2538132"/>
                </a:lnTo>
                <a:lnTo>
                  <a:pt x="433048" y="2579108"/>
                </a:lnTo>
                <a:lnTo>
                  <a:pt x="413552" y="2620302"/>
                </a:lnTo>
                <a:lnTo>
                  <a:pt x="394443" y="2661712"/>
                </a:lnTo>
                <a:lnTo>
                  <a:pt x="375723" y="2703335"/>
                </a:lnTo>
                <a:lnTo>
                  <a:pt x="357395" y="2745169"/>
                </a:lnTo>
                <a:lnTo>
                  <a:pt x="339461" y="2787211"/>
                </a:lnTo>
                <a:lnTo>
                  <a:pt x="321924" y="2829460"/>
                </a:lnTo>
                <a:lnTo>
                  <a:pt x="304786" y="2871913"/>
                </a:lnTo>
                <a:lnTo>
                  <a:pt x="288048" y="2914567"/>
                </a:lnTo>
                <a:lnTo>
                  <a:pt x="271714" y="2957420"/>
                </a:lnTo>
                <a:lnTo>
                  <a:pt x="255786" y="3000471"/>
                </a:lnTo>
                <a:lnTo>
                  <a:pt x="240267" y="3043716"/>
                </a:lnTo>
                <a:lnTo>
                  <a:pt x="225157" y="3087153"/>
                </a:lnTo>
                <a:lnTo>
                  <a:pt x="210461" y="3130780"/>
                </a:lnTo>
                <a:lnTo>
                  <a:pt x="196180" y="3174595"/>
                </a:lnTo>
                <a:lnTo>
                  <a:pt x="182316" y="3218594"/>
                </a:lnTo>
                <a:lnTo>
                  <a:pt x="168872" y="3262777"/>
                </a:lnTo>
                <a:lnTo>
                  <a:pt x="155851" y="3307139"/>
                </a:lnTo>
                <a:lnTo>
                  <a:pt x="143254" y="3351680"/>
                </a:lnTo>
                <a:lnTo>
                  <a:pt x="131084" y="3396397"/>
                </a:lnTo>
                <a:lnTo>
                  <a:pt x="119344" y="3441287"/>
                </a:lnTo>
                <a:lnTo>
                  <a:pt x="108035" y="3486349"/>
                </a:lnTo>
                <a:lnTo>
                  <a:pt x="97160" y="3531578"/>
                </a:lnTo>
                <a:lnTo>
                  <a:pt x="86721" y="3576975"/>
                </a:lnTo>
                <a:lnTo>
                  <a:pt x="76721" y="3622535"/>
                </a:lnTo>
                <a:lnTo>
                  <a:pt x="67163" y="3668257"/>
                </a:lnTo>
                <a:lnTo>
                  <a:pt x="58047" y="3714138"/>
                </a:lnTo>
                <a:lnTo>
                  <a:pt x="49378" y="3760177"/>
                </a:lnTo>
                <a:lnTo>
                  <a:pt x="41156" y="3806369"/>
                </a:lnTo>
                <a:lnTo>
                  <a:pt x="33385" y="3852715"/>
                </a:lnTo>
                <a:lnTo>
                  <a:pt x="26067" y="3899210"/>
                </a:lnTo>
                <a:lnTo>
                  <a:pt x="19203" y="3945852"/>
                </a:lnTo>
                <a:lnTo>
                  <a:pt x="12798" y="3992640"/>
                </a:lnTo>
                <a:lnTo>
                  <a:pt x="6852" y="4039571"/>
                </a:lnTo>
                <a:lnTo>
                  <a:pt x="1368" y="4086643"/>
                </a:lnTo>
                <a:lnTo>
                  <a:pt x="0" y="4099515"/>
                </a:lnTo>
                <a:lnTo>
                  <a:pt x="1834150" y="4099515"/>
                </a:lnTo>
                <a:lnTo>
                  <a:pt x="1835562" y="4091385"/>
                </a:lnTo>
                <a:lnTo>
                  <a:pt x="1844328" y="4045345"/>
                </a:lnTo>
                <a:lnTo>
                  <a:pt x="1853817" y="3999563"/>
                </a:lnTo>
                <a:lnTo>
                  <a:pt x="1864024" y="3954045"/>
                </a:lnTo>
                <a:lnTo>
                  <a:pt x="1874942" y="3908797"/>
                </a:lnTo>
                <a:lnTo>
                  <a:pt x="1886565" y="3863824"/>
                </a:lnTo>
                <a:lnTo>
                  <a:pt x="1898886" y="3819134"/>
                </a:lnTo>
                <a:lnTo>
                  <a:pt x="1911900" y="3774733"/>
                </a:lnTo>
                <a:lnTo>
                  <a:pt x="1925600" y="3730626"/>
                </a:lnTo>
                <a:lnTo>
                  <a:pt x="1939979" y="3686820"/>
                </a:lnTo>
                <a:lnTo>
                  <a:pt x="1955033" y="3643321"/>
                </a:lnTo>
                <a:lnTo>
                  <a:pt x="1970754" y="3600135"/>
                </a:lnTo>
                <a:lnTo>
                  <a:pt x="1987136" y="3557269"/>
                </a:lnTo>
                <a:lnTo>
                  <a:pt x="2004174" y="3514729"/>
                </a:lnTo>
                <a:lnTo>
                  <a:pt x="2021860" y="3472521"/>
                </a:lnTo>
                <a:lnTo>
                  <a:pt x="2040190" y="3430651"/>
                </a:lnTo>
                <a:lnTo>
                  <a:pt x="2059155" y="3389126"/>
                </a:lnTo>
                <a:lnTo>
                  <a:pt x="2078751" y="3347951"/>
                </a:lnTo>
                <a:lnTo>
                  <a:pt x="2098971" y="3307133"/>
                </a:lnTo>
                <a:lnTo>
                  <a:pt x="2119808" y="3266678"/>
                </a:lnTo>
                <a:lnTo>
                  <a:pt x="2141258" y="3226592"/>
                </a:lnTo>
                <a:lnTo>
                  <a:pt x="2163312" y="3186882"/>
                </a:lnTo>
                <a:lnTo>
                  <a:pt x="2185966" y="3147553"/>
                </a:lnTo>
                <a:lnTo>
                  <a:pt x="2209213" y="3108613"/>
                </a:lnTo>
                <a:lnTo>
                  <a:pt x="2233047" y="3070066"/>
                </a:lnTo>
                <a:lnTo>
                  <a:pt x="2257461" y="3031920"/>
                </a:lnTo>
                <a:lnTo>
                  <a:pt x="2282449" y="2994181"/>
                </a:lnTo>
                <a:lnTo>
                  <a:pt x="2308006" y="2956854"/>
                </a:lnTo>
                <a:lnTo>
                  <a:pt x="2334125" y="2919946"/>
                </a:lnTo>
                <a:lnTo>
                  <a:pt x="2360799" y="2883463"/>
                </a:lnTo>
                <a:lnTo>
                  <a:pt x="2388022" y="2847412"/>
                </a:lnTo>
                <a:lnTo>
                  <a:pt x="2415789" y="2811799"/>
                </a:lnTo>
                <a:lnTo>
                  <a:pt x="2444093" y="2776629"/>
                </a:lnTo>
                <a:lnTo>
                  <a:pt x="2472928" y="2741909"/>
                </a:lnTo>
                <a:lnTo>
                  <a:pt x="2502288" y="2707646"/>
                </a:lnTo>
                <a:lnTo>
                  <a:pt x="2532165" y="2673845"/>
                </a:lnTo>
                <a:lnTo>
                  <a:pt x="2562555" y="2640513"/>
                </a:lnTo>
                <a:lnTo>
                  <a:pt x="2593451" y="2607655"/>
                </a:lnTo>
                <a:lnTo>
                  <a:pt x="2624847" y="2575279"/>
                </a:lnTo>
                <a:lnTo>
                  <a:pt x="2656736" y="2543390"/>
                </a:lnTo>
                <a:lnTo>
                  <a:pt x="2689113" y="2511995"/>
                </a:lnTo>
                <a:lnTo>
                  <a:pt x="2721971" y="2481099"/>
                </a:lnTo>
                <a:lnTo>
                  <a:pt x="2755303" y="2450710"/>
                </a:lnTo>
                <a:lnTo>
                  <a:pt x="2789105" y="2420832"/>
                </a:lnTo>
                <a:lnTo>
                  <a:pt x="2823369" y="2391473"/>
                </a:lnTo>
                <a:lnTo>
                  <a:pt x="2858089" y="2362639"/>
                </a:lnTo>
                <a:lnTo>
                  <a:pt x="2893259" y="2334335"/>
                </a:lnTo>
                <a:lnTo>
                  <a:pt x="2928873" y="2306568"/>
                </a:lnTo>
                <a:lnTo>
                  <a:pt x="2964925" y="2279345"/>
                </a:lnTo>
                <a:lnTo>
                  <a:pt x="3001408" y="2252671"/>
                </a:lnTo>
                <a:lnTo>
                  <a:pt x="3038316" y="2226553"/>
                </a:lnTo>
                <a:lnTo>
                  <a:pt x="3075643" y="2200997"/>
                </a:lnTo>
                <a:lnTo>
                  <a:pt x="3113383" y="2176009"/>
                </a:lnTo>
                <a:lnTo>
                  <a:pt x="3151530" y="2151595"/>
                </a:lnTo>
                <a:lnTo>
                  <a:pt x="3190076" y="2127762"/>
                </a:lnTo>
                <a:lnTo>
                  <a:pt x="3229017" y="2104515"/>
                </a:lnTo>
                <a:lnTo>
                  <a:pt x="3268346" y="2081862"/>
                </a:lnTo>
                <a:lnTo>
                  <a:pt x="3308057" y="2059807"/>
                </a:lnTo>
                <a:lnTo>
                  <a:pt x="3348143" y="2038358"/>
                </a:lnTo>
                <a:lnTo>
                  <a:pt x="3388599" y="2017521"/>
                </a:lnTo>
                <a:lnTo>
                  <a:pt x="3429417" y="1997301"/>
                </a:lnTo>
                <a:lnTo>
                  <a:pt x="3470592" y="1977706"/>
                </a:lnTo>
                <a:lnTo>
                  <a:pt x="3512118" y="1958740"/>
                </a:lnTo>
                <a:lnTo>
                  <a:pt x="3553989" y="1940412"/>
                </a:lnTo>
                <a:lnTo>
                  <a:pt x="3596197" y="1922725"/>
                </a:lnTo>
                <a:lnTo>
                  <a:pt x="3638738" y="1905688"/>
                </a:lnTo>
                <a:lnTo>
                  <a:pt x="3681604" y="1889306"/>
                </a:lnTo>
                <a:lnTo>
                  <a:pt x="3682479" y="1888987"/>
                </a:lnTo>
                <a:lnTo>
                  <a:pt x="3682479" y="0"/>
                </a:lnTo>
                <a:close/>
              </a:path>
            </a:pathLst>
          </a:custGeom>
          <a:solidFill>
            <a:srgbClr val="20242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0" y="1007662"/>
            <a:ext cx="6697859" cy="0"/>
          </a:xfrm>
          <a:custGeom>
            <a:rect b="b" l="l" r="r" t="t"/>
            <a:pathLst>
              <a:path extrusionOk="0" h="120000" w="14720569">
                <a:moveTo>
                  <a:pt x="0" y="0"/>
                </a:moveTo>
                <a:lnTo>
                  <a:pt x="14720337" y="0"/>
                </a:lnTo>
              </a:path>
            </a:pathLst>
          </a:custGeom>
          <a:noFill/>
          <a:ln cap="flat" cmpd="sng" w="41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2834175" y="77625"/>
            <a:ext cx="622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0" y="2525"/>
            <a:ext cx="3085398" cy="5142865"/>
          </a:xfrm>
          <a:custGeom>
            <a:rect b="b" l="l" r="r" t="t"/>
            <a:pathLst>
              <a:path extrusionOk="0" h="11303000" w="7811134">
                <a:moveTo>
                  <a:pt x="4376807" y="0"/>
                </a:moveTo>
                <a:lnTo>
                  <a:pt x="0" y="0"/>
                </a:lnTo>
                <a:lnTo>
                  <a:pt x="0" y="11303000"/>
                </a:lnTo>
                <a:lnTo>
                  <a:pt x="4855343" y="11303000"/>
                </a:lnTo>
                <a:lnTo>
                  <a:pt x="4896139" y="11277600"/>
                </a:lnTo>
                <a:lnTo>
                  <a:pt x="5021708" y="11201400"/>
                </a:lnTo>
                <a:lnTo>
                  <a:pt x="5063094" y="11163300"/>
                </a:lnTo>
                <a:lnTo>
                  <a:pt x="5104241" y="11137900"/>
                </a:lnTo>
                <a:lnTo>
                  <a:pt x="5145149" y="11099800"/>
                </a:lnTo>
                <a:lnTo>
                  <a:pt x="5226239" y="11049000"/>
                </a:lnTo>
                <a:lnTo>
                  <a:pt x="5266417" y="11010900"/>
                </a:lnTo>
                <a:lnTo>
                  <a:pt x="5306348" y="10985500"/>
                </a:lnTo>
                <a:lnTo>
                  <a:pt x="5346032" y="10947400"/>
                </a:lnTo>
                <a:lnTo>
                  <a:pt x="5385465" y="10922000"/>
                </a:lnTo>
                <a:lnTo>
                  <a:pt x="5424646" y="10883900"/>
                </a:lnTo>
                <a:lnTo>
                  <a:pt x="5463575" y="10858500"/>
                </a:lnTo>
                <a:lnTo>
                  <a:pt x="5540664" y="10782300"/>
                </a:lnTo>
                <a:lnTo>
                  <a:pt x="5578821" y="10756900"/>
                </a:lnTo>
                <a:lnTo>
                  <a:pt x="5654354" y="10680700"/>
                </a:lnTo>
                <a:lnTo>
                  <a:pt x="5691726" y="10655300"/>
                </a:lnTo>
                <a:lnTo>
                  <a:pt x="5765672" y="10579100"/>
                </a:lnTo>
                <a:lnTo>
                  <a:pt x="5802242" y="10541000"/>
                </a:lnTo>
                <a:lnTo>
                  <a:pt x="5838543" y="10515600"/>
                </a:lnTo>
                <a:lnTo>
                  <a:pt x="5910325" y="10439400"/>
                </a:lnTo>
                <a:lnTo>
                  <a:pt x="5981005" y="10363200"/>
                </a:lnTo>
                <a:lnTo>
                  <a:pt x="6050570" y="10287000"/>
                </a:lnTo>
                <a:lnTo>
                  <a:pt x="6119005" y="10210800"/>
                </a:lnTo>
                <a:lnTo>
                  <a:pt x="6186297" y="10134600"/>
                </a:lnTo>
                <a:lnTo>
                  <a:pt x="6219510" y="10096500"/>
                </a:lnTo>
                <a:lnTo>
                  <a:pt x="6252432" y="10058400"/>
                </a:lnTo>
                <a:lnTo>
                  <a:pt x="6285062" y="10020300"/>
                </a:lnTo>
                <a:lnTo>
                  <a:pt x="6317397" y="9982200"/>
                </a:lnTo>
                <a:lnTo>
                  <a:pt x="6349437" y="9944100"/>
                </a:lnTo>
                <a:lnTo>
                  <a:pt x="6381179" y="9906000"/>
                </a:lnTo>
                <a:lnTo>
                  <a:pt x="6412621" y="9867900"/>
                </a:lnTo>
                <a:lnTo>
                  <a:pt x="6443762" y="9829800"/>
                </a:lnTo>
                <a:lnTo>
                  <a:pt x="6474601" y="9791700"/>
                </a:lnTo>
                <a:lnTo>
                  <a:pt x="6505135" y="9740900"/>
                </a:lnTo>
                <a:lnTo>
                  <a:pt x="6535363" y="9702800"/>
                </a:lnTo>
                <a:lnTo>
                  <a:pt x="6565283" y="9664700"/>
                </a:lnTo>
                <a:lnTo>
                  <a:pt x="6594894" y="9626600"/>
                </a:lnTo>
                <a:lnTo>
                  <a:pt x="6624193" y="9575800"/>
                </a:lnTo>
                <a:lnTo>
                  <a:pt x="6653179" y="9537700"/>
                </a:lnTo>
                <a:lnTo>
                  <a:pt x="6681851" y="9499600"/>
                </a:lnTo>
                <a:lnTo>
                  <a:pt x="6710206" y="9448800"/>
                </a:lnTo>
                <a:lnTo>
                  <a:pt x="6738243" y="9410700"/>
                </a:lnTo>
                <a:lnTo>
                  <a:pt x="6765961" y="9372600"/>
                </a:lnTo>
                <a:lnTo>
                  <a:pt x="6793357" y="9321800"/>
                </a:lnTo>
                <a:lnTo>
                  <a:pt x="6820429" y="9283700"/>
                </a:lnTo>
                <a:lnTo>
                  <a:pt x="6847177" y="9232900"/>
                </a:lnTo>
                <a:lnTo>
                  <a:pt x="6873598" y="9194800"/>
                </a:lnTo>
                <a:lnTo>
                  <a:pt x="6899691" y="9156700"/>
                </a:lnTo>
                <a:lnTo>
                  <a:pt x="6925454" y="9105900"/>
                </a:lnTo>
                <a:lnTo>
                  <a:pt x="6950885" y="9067800"/>
                </a:lnTo>
                <a:lnTo>
                  <a:pt x="6975983" y="9017000"/>
                </a:lnTo>
                <a:lnTo>
                  <a:pt x="7000746" y="8978900"/>
                </a:lnTo>
                <a:lnTo>
                  <a:pt x="7025172" y="8928100"/>
                </a:lnTo>
                <a:lnTo>
                  <a:pt x="7049259" y="8877300"/>
                </a:lnTo>
                <a:lnTo>
                  <a:pt x="7073007" y="8839200"/>
                </a:lnTo>
                <a:lnTo>
                  <a:pt x="7096412" y="8788400"/>
                </a:lnTo>
                <a:lnTo>
                  <a:pt x="7119474" y="8750300"/>
                </a:lnTo>
                <a:lnTo>
                  <a:pt x="7142190" y="8699500"/>
                </a:lnTo>
                <a:lnTo>
                  <a:pt x="7164560" y="8648700"/>
                </a:lnTo>
                <a:lnTo>
                  <a:pt x="7186581" y="8610600"/>
                </a:lnTo>
                <a:lnTo>
                  <a:pt x="7208251" y="8559800"/>
                </a:lnTo>
                <a:lnTo>
                  <a:pt x="7229569" y="8509000"/>
                </a:lnTo>
                <a:lnTo>
                  <a:pt x="7250534" y="8470900"/>
                </a:lnTo>
                <a:lnTo>
                  <a:pt x="7271142" y="8420100"/>
                </a:lnTo>
                <a:lnTo>
                  <a:pt x="7291394" y="8369300"/>
                </a:lnTo>
                <a:lnTo>
                  <a:pt x="7311287" y="8331200"/>
                </a:lnTo>
                <a:lnTo>
                  <a:pt x="7330819" y="8280400"/>
                </a:lnTo>
                <a:lnTo>
                  <a:pt x="7349989" y="8229600"/>
                </a:lnTo>
                <a:lnTo>
                  <a:pt x="7368795" y="8178800"/>
                </a:lnTo>
                <a:lnTo>
                  <a:pt x="7387235" y="8128000"/>
                </a:lnTo>
                <a:lnTo>
                  <a:pt x="7405308" y="8089900"/>
                </a:lnTo>
                <a:lnTo>
                  <a:pt x="7423011" y="8039100"/>
                </a:lnTo>
                <a:lnTo>
                  <a:pt x="7440344" y="7988300"/>
                </a:lnTo>
                <a:lnTo>
                  <a:pt x="7457304" y="7937500"/>
                </a:lnTo>
                <a:lnTo>
                  <a:pt x="7473890" y="7886700"/>
                </a:lnTo>
                <a:lnTo>
                  <a:pt x="7490100" y="7835900"/>
                </a:lnTo>
                <a:lnTo>
                  <a:pt x="7505933" y="7785100"/>
                </a:lnTo>
                <a:lnTo>
                  <a:pt x="7521386" y="7747000"/>
                </a:lnTo>
                <a:lnTo>
                  <a:pt x="7536458" y="7696200"/>
                </a:lnTo>
                <a:lnTo>
                  <a:pt x="7551147" y="7645400"/>
                </a:lnTo>
                <a:lnTo>
                  <a:pt x="7565452" y="7594600"/>
                </a:lnTo>
                <a:lnTo>
                  <a:pt x="7579371" y="7543800"/>
                </a:lnTo>
                <a:lnTo>
                  <a:pt x="7592902" y="7493000"/>
                </a:lnTo>
                <a:lnTo>
                  <a:pt x="7606043" y="7442200"/>
                </a:lnTo>
                <a:lnTo>
                  <a:pt x="7618793" y="7391400"/>
                </a:lnTo>
                <a:lnTo>
                  <a:pt x="7631150" y="7340600"/>
                </a:lnTo>
                <a:lnTo>
                  <a:pt x="7643113" y="7289800"/>
                </a:lnTo>
                <a:lnTo>
                  <a:pt x="7654679" y="7239000"/>
                </a:lnTo>
                <a:lnTo>
                  <a:pt x="7665847" y="7188200"/>
                </a:lnTo>
                <a:lnTo>
                  <a:pt x="7676616" y="7137400"/>
                </a:lnTo>
                <a:lnTo>
                  <a:pt x="7686983" y="7086600"/>
                </a:lnTo>
                <a:lnTo>
                  <a:pt x="7696947" y="7023100"/>
                </a:lnTo>
                <a:lnTo>
                  <a:pt x="7706505" y="6972300"/>
                </a:lnTo>
                <a:lnTo>
                  <a:pt x="7715658" y="6921500"/>
                </a:lnTo>
                <a:lnTo>
                  <a:pt x="7724402" y="6870700"/>
                </a:lnTo>
                <a:lnTo>
                  <a:pt x="7732736" y="6819900"/>
                </a:lnTo>
                <a:lnTo>
                  <a:pt x="7740659" y="6769100"/>
                </a:lnTo>
                <a:lnTo>
                  <a:pt x="7748168" y="6718300"/>
                </a:lnTo>
                <a:lnTo>
                  <a:pt x="7755262" y="6667500"/>
                </a:lnTo>
                <a:lnTo>
                  <a:pt x="7761939" y="6604000"/>
                </a:lnTo>
                <a:lnTo>
                  <a:pt x="7768198" y="6553200"/>
                </a:lnTo>
                <a:lnTo>
                  <a:pt x="7774037" y="6502400"/>
                </a:lnTo>
                <a:lnTo>
                  <a:pt x="7779454" y="6451600"/>
                </a:lnTo>
                <a:lnTo>
                  <a:pt x="7784447" y="6400800"/>
                </a:lnTo>
                <a:lnTo>
                  <a:pt x="7789015" y="6337300"/>
                </a:lnTo>
                <a:lnTo>
                  <a:pt x="7793156" y="6286500"/>
                </a:lnTo>
                <a:lnTo>
                  <a:pt x="7796868" y="6235700"/>
                </a:lnTo>
                <a:lnTo>
                  <a:pt x="7800150" y="6184900"/>
                </a:lnTo>
                <a:lnTo>
                  <a:pt x="7803000" y="6121400"/>
                </a:lnTo>
                <a:lnTo>
                  <a:pt x="7805416" y="6070600"/>
                </a:lnTo>
                <a:lnTo>
                  <a:pt x="7807397" y="6019800"/>
                </a:lnTo>
                <a:lnTo>
                  <a:pt x="7808940" y="5969000"/>
                </a:lnTo>
                <a:lnTo>
                  <a:pt x="7810045" y="5905500"/>
                </a:lnTo>
                <a:lnTo>
                  <a:pt x="7810709" y="5854700"/>
                </a:lnTo>
                <a:lnTo>
                  <a:pt x="7810931" y="5803900"/>
                </a:lnTo>
                <a:lnTo>
                  <a:pt x="7810709" y="5740400"/>
                </a:lnTo>
                <a:lnTo>
                  <a:pt x="7810045" y="5689600"/>
                </a:lnTo>
                <a:lnTo>
                  <a:pt x="7808940" y="5638800"/>
                </a:lnTo>
                <a:lnTo>
                  <a:pt x="7807397" y="5588000"/>
                </a:lnTo>
                <a:lnTo>
                  <a:pt x="7805416" y="5524500"/>
                </a:lnTo>
                <a:lnTo>
                  <a:pt x="7803000" y="5473700"/>
                </a:lnTo>
                <a:lnTo>
                  <a:pt x="7800150" y="5422900"/>
                </a:lnTo>
                <a:lnTo>
                  <a:pt x="7796868" y="5359400"/>
                </a:lnTo>
                <a:lnTo>
                  <a:pt x="7793156" y="5308600"/>
                </a:lnTo>
                <a:lnTo>
                  <a:pt x="7789015" y="5257800"/>
                </a:lnTo>
                <a:lnTo>
                  <a:pt x="7784447" y="5207000"/>
                </a:lnTo>
                <a:lnTo>
                  <a:pt x="7779454" y="5156200"/>
                </a:lnTo>
                <a:lnTo>
                  <a:pt x="7774037" y="5092700"/>
                </a:lnTo>
                <a:lnTo>
                  <a:pt x="7768198" y="5041900"/>
                </a:lnTo>
                <a:lnTo>
                  <a:pt x="7761939" y="4991100"/>
                </a:lnTo>
                <a:lnTo>
                  <a:pt x="7755262" y="4940300"/>
                </a:lnTo>
                <a:lnTo>
                  <a:pt x="7748168" y="4889500"/>
                </a:lnTo>
                <a:lnTo>
                  <a:pt x="7740659" y="4838700"/>
                </a:lnTo>
                <a:lnTo>
                  <a:pt x="7732736" y="4775200"/>
                </a:lnTo>
                <a:lnTo>
                  <a:pt x="7724402" y="4724400"/>
                </a:lnTo>
                <a:lnTo>
                  <a:pt x="7715658" y="4673600"/>
                </a:lnTo>
                <a:lnTo>
                  <a:pt x="7706505" y="4622800"/>
                </a:lnTo>
                <a:lnTo>
                  <a:pt x="7696947" y="4572000"/>
                </a:lnTo>
                <a:lnTo>
                  <a:pt x="7686983" y="4521200"/>
                </a:lnTo>
                <a:lnTo>
                  <a:pt x="7676616" y="4470400"/>
                </a:lnTo>
                <a:lnTo>
                  <a:pt x="7665847" y="4419600"/>
                </a:lnTo>
                <a:lnTo>
                  <a:pt x="7654679" y="4368800"/>
                </a:lnTo>
                <a:lnTo>
                  <a:pt x="7643113" y="4318000"/>
                </a:lnTo>
                <a:lnTo>
                  <a:pt x="7631150" y="4267200"/>
                </a:lnTo>
                <a:lnTo>
                  <a:pt x="7618793" y="4216400"/>
                </a:lnTo>
                <a:lnTo>
                  <a:pt x="7606043" y="4165600"/>
                </a:lnTo>
                <a:lnTo>
                  <a:pt x="7592902" y="4114800"/>
                </a:lnTo>
                <a:lnTo>
                  <a:pt x="7579371" y="4064000"/>
                </a:lnTo>
                <a:lnTo>
                  <a:pt x="7565452" y="4013200"/>
                </a:lnTo>
                <a:lnTo>
                  <a:pt x="7551147" y="3962400"/>
                </a:lnTo>
                <a:lnTo>
                  <a:pt x="7536458" y="3911600"/>
                </a:lnTo>
                <a:lnTo>
                  <a:pt x="7521386" y="3860800"/>
                </a:lnTo>
                <a:lnTo>
                  <a:pt x="7505933" y="3810000"/>
                </a:lnTo>
                <a:lnTo>
                  <a:pt x="7490100" y="3759200"/>
                </a:lnTo>
                <a:lnTo>
                  <a:pt x="7473890" y="3708400"/>
                </a:lnTo>
                <a:lnTo>
                  <a:pt x="7457304" y="3657600"/>
                </a:lnTo>
                <a:lnTo>
                  <a:pt x="7440344" y="3606800"/>
                </a:lnTo>
                <a:lnTo>
                  <a:pt x="7423011" y="3568700"/>
                </a:lnTo>
                <a:lnTo>
                  <a:pt x="7405308" y="3517900"/>
                </a:lnTo>
                <a:lnTo>
                  <a:pt x="7387235" y="3467100"/>
                </a:lnTo>
                <a:lnTo>
                  <a:pt x="7368795" y="3416300"/>
                </a:lnTo>
                <a:lnTo>
                  <a:pt x="7349989" y="3365500"/>
                </a:lnTo>
                <a:lnTo>
                  <a:pt x="7330819" y="3327400"/>
                </a:lnTo>
                <a:lnTo>
                  <a:pt x="7311287" y="3276600"/>
                </a:lnTo>
                <a:lnTo>
                  <a:pt x="7291394" y="3225800"/>
                </a:lnTo>
                <a:lnTo>
                  <a:pt x="7271142" y="3175000"/>
                </a:lnTo>
                <a:lnTo>
                  <a:pt x="7250534" y="3136900"/>
                </a:lnTo>
                <a:lnTo>
                  <a:pt x="7229569" y="3086100"/>
                </a:lnTo>
                <a:lnTo>
                  <a:pt x="7208251" y="3035300"/>
                </a:lnTo>
                <a:lnTo>
                  <a:pt x="7186581" y="2997200"/>
                </a:lnTo>
                <a:lnTo>
                  <a:pt x="7164560" y="2946400"/>
                </a:lnTo>
                <a:lnTo>
                  <a:pt x="7142190" y="2895600"/>
                </a:lnTo>
                <a:lnTo>
                  <a:pt x="7119474" y="2857500"/>
                </a:lnTo>
                <a:lnTo>
                  <a:pt x="7096412" y="2806700"/>
                </a:lnTo>
                <a:lnTo>
                  <a:pt x="7073007" y="2755900"/>
                </a:lnTo>
                <a:lnTo>
                  <a:pt x="7049259" y="2717800"/>
                </a:lnTo>
                <a:lnTo>
                  <a:pt x="7025172" y="2667000"/>
                </a:lnTo>
                <a:lnTo>
                  <a:pt x="7000746" y="2628900"/>
                </a:lnTo>
                <a:lnTo>
                  <a:pt x="6975983" y="2578100"/>
                </a:lnTo>
                <a:lnTo>
                  <a:pt x="6950885" y="2540000"/>
                </a:lnTo>
                <a:lnTo>
                  <a:pt x="6925454" y="2489200"/>
                </a:lnTo>
                <a:lnTo>
                  <a:pt x="6899691" y="2451100"/>
                </a:lnTo>
                <a:lnTo>
                  <a:pt x="6873598" y="2400300"/>
                </a:lnTo>
                <a:lnTo>
                  <a:pt x="6847177" y="2362200"/>
                </a:lnTo>
                <a:lnTo>
                  <a:pt x="6820429" y="2311400"/>
                </a:lnTo>
                <a:lnTo>
                  <a:pt x="6793357" y="2273300"/>
                </a:lnTo>
                <a:lnTo>
                  <a:pt x="6765961" y="2235200"/>
                </a:lnTo>
                <a:lnTo>
                  <a:pt x="6738243" y="2184400"/>
                </a:lnTo>
                <a:lnTo>
                  <a:pt x="6710206" y="2146300"/>
                </a:lnTo>
                <a:lnTo>
                  <a:pt x="6681851" y="2108200"/>
                </a:lnTo>
                <a:lnTo>
                  <a:pt x="6653179" y="2057400"/>
                </a:lnTo>
                <a:lnTo>
                  <a:pt x="6624193" y="2019300"/>
                </a:lnTo>
                <a:lnTo>
                  <a:pt x="6594894" y="1981200"/>
                </a:lnTo>
                <a:lnTo>
                  <a:pt x="6565283" y="1930400"/>
                </a:lnTo>
                <a:lnTo>
                  <a:pt x="6535363" y="1892300"/>
                </a:lnTo>
                <a:lnTo>
                  <a:pt x="6505135" y="1854200"/>
                </a:lnTo>
                <a:lnTo>
                  <a:pt x="6474601" y="1816100"/>
                </a:lnTo>
                <a:lnTo>
                  <a:pt x="6443762" y="1778000"/>
                </a:lnTo>
                <a:lnTo>
                  <a:pt x="6412621" y="1727200"/>
                </a:lnTo>
                <a:lnTo>
                  <a:pt x="6381179" y="1689100"/>
                </a:lnTo>
                <a:lnTo>
                  <a:pt x="6349437" y="1651000"/>
                </a:lnTo>
                <a:lnTo>
                  <a:pt x="6317397" y="1612900"/>
                </a:lnTo>
                <a:lnTo>
                  <a:pt x="6285062" y="1574800"/>
                </a:lnTo>
                <a:lnTo>
                  <a:pt x="6252432" y="1536700"/>
                </a:lnTo>
                <a:lnTo>
                  <a:pt x="6219510" y="1498600"/>
                </a:lnTo>
                <a:lnTo>
                  <a:pt x="6152794" y="1422400"/>
                </a:lnTo>
                <a:lnTo>
                  <a:pt x="6084929" y="1346200"/>
                </a:lnTo>
                <a:lnTo>
                  <a:pt x="6015928" y="1270000"/>
                </a:lnTo>
                <a:lnTo>
                  <a:pt x="5945804" y="1193800"/>
                </a:lnTo>
                <a:lnTo>
                  <a:pt x="5910325" y="1155700"/>
                </a:lnTo>
                <a:lnTo>
                  <a:pt x="5874571" y="1130300"/>
                </a:lnTo>
                <a:lnTo>
                  <a:pt x="5802242" y="1054100"/>
                </a:lnTo>
                <a:lnTo>
                  <a:pt x="5728832" y="977900"/>
                </a:lnTo>
                <a:lnTo>
                  <a:pt x="5691726" y="952500"/>
                </a:lnTo>
                <a:lnTo>
                  <a:pt x="5616719" y="876300"/>
                </a:lnTo>
                <a:lnTo>
                  <a:pt x="5578821" y="850900"/>
                </a:lnTo>
                <a:lnTo>
                  <a:pt x="5502248" y="774700"/>
                </a:lnTo>
                <a:lnTo>
                  <a:pt x="5463575" y="749300"/>
                </a:lnTo>
                <a:lnTo>
                  <a:pt x="5424646" y="711200"/>
                </a:lnTo>
                <a:lnTo>
                  <a:pt x="5385465" y="685800"/>
                </a:lnTo>
                <a:lnTo>
                  <a:pt x="5346032" y="647700"/>
                </a:lnTo>
                <a:lnTo>
                  <a:pt x="5306348" y="622300"/>
                </a:lnTo>
                <a:lnTo>
                  <a:pt x="5266417" y="584200"/>
                </a:lnTo>
                <a:lnTo>
                  <a:pt x="5226239" y="558800"/>
                </a:lnTo>
                <a:lnTo>
                  <a:pt x="5185816" y="520700"/>
                </a:lnTo>
                <a:lnTo>
                  <a:pt x="5104241" y="469900"/>
                </a:lnTo>
                <a:lnTo>
                  <a:pt x="5063094" y="431800"/>
                </a:lnTo>
                <a:lnTo>
                  <a:pt x="4980086" y="381000"/>
                </a:lnTo>
                <a:lnTo>
                  <a:pt x="4938229" y="342900"/>
                </a:lnTo>
                <a:lnTo>
                  <a:pt x="4811267" y="266700"/>
                </a:lnTo>
                <a:lnTo>
                  <a:pt x="4768488" y="228600"/>
                </a:lnTo>
                <a:lnTo>
                  <a:pt x="4507125" y="76200"/>
                </a:lnTo>
                <a:lnTo>
                  <a:pt x="4418258" y="25400"/>
                </a:lnTo>
                <a:lnTo>
                  <a:pt x="4376807" y="0"/>
                </a:lnTo>
                <a:close/>
              </a:path>
            </a:pathLst>
          </a:custGeom>
          <a:solidFill>
            <a:srgbClr val="4654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8708301" y="791516"/>
            <a:ext cx="435699" cy="872264"/>
          </a:xfrm>
          <a:custGeom>
            <a:rect b="b" l="l" r="r" t="t"/>
            <a:pathLst>
              <a:path extrusionOk="0" h="1917064" w="957580">
                <a:moveTo>
                  <a:pt x="956998" y="0"/>
                </a:moveTo>
                <a:lnTo>
                  <a:pt x="910437" y="1141"/>
                </a:lnTo>
                <a:lnTo>
                  <a:pt x="863217" y="4623"/>
                </a:lnTo>
                <a:lnTo>
                  <a:pt x="816659" y="10359"/>
                </a:lnTo>
                <a:lnTo>
                  <a:pt x="770818" y="18293"/>
                </a:lnTo>
                <a:lnTo>
                  <a:pt x="725749" y="28372"/>
                </a:lnTo>
                <a:lnTo>
                  <a:pt x="681506" y="40541"/>
                </a:lnTo>
                <a:lnTo>
                  <a:pt x="638144" y="54744"/>
                </a:lnTo>
                <a:lnTo>
                  <a:pt x="595719" y="70926"/>
                </a:lnTo>
                <a:lnTo>
                  <a:pt x="554286" y="89033"/>
                </a:lnTo>
                <a:lnTo>
                  <a:pt x="513898" y="109009"/>
                </a:lnTo>
                <a:lnTo>
                  <a:pt x="474611" y="130801"/>
                </a:lnTo>
                <a:lnTo>
                  <a:pt x="436481" y="154352"/>
                </a:lnTo>
                <a:lnTo>
                  <a:pt x="399561" y="179608"/>
                </a:lnTo>
                <a:lnTo>
                  <a:pt x="363907" y="206514"/>
                </a:lnTo>
                <a:lnTo>
                  <a:pt x="329574" y="235016"/>
                </a:lnTo>
                <a:lnTo>
                  <a:pt x="296616" y="265058"/>
                </a:lnTo>
                <a:lnTo>
                  <a:pt x="265089" y="296585"/>
                </a:lnTo>
                <a:lnTo>
                  <a:pt x="235047" y="329543"/>
                </a:lnTo>
                <a:lnTo>
                  <a:pt x="206546" y="363876"/>
                </a:lnTo>
                <a:lnTo>
                  <a:pt x="179639" y="399530"/>
                </a:lnTo>
                <a:lnTo>
                  <a:pt x="154383" y="436450"/>
                </a:lnTo>
                <a:lnTo>
                  <a:pt x="130832" y="474580"/>
                </a:lnTo>
                <a:lnTo>
                  <a:pt x="109040" y="513867"/>
                </a:lnTo>
                <a:lnTo>
                  <a:pt x="89064" y="554255"/>
                </a:lnTo>
                <a:lnTo>
                  <a:pt x="70957" y="595688"/>
                </a:lnTo>
                <a:lnTo>
                  <a:pt x="54775" y="638113"/>
                </a:lnTo>
                <a:lnTo>
                  <a:pt x="40572" y="681475"/>
                </a:lnTo>
                <a:lnTo>
                  <a:pt x="28403" y="725718"/>
                </a:lnTo>
                <a:lnTo>
                  <a:pt x="18324" y="770787"/>
                </a:lnTo>
                <a:lnTo>
                  <a:pt x="10390" y="816628"/>
                </a:lnTo>
                <a:lnTo>
                  <a:pt x="4654" y="863186"/>
                </a:lnTo>
                <a:lnTo>
                  <a:pt x="1172" y="910406"/>
                </a:lnTo>
                <a:lnTo>
                  <a:pt x="0" y="958232"/>
                </a:lnTo>
                <a:lnTo>
                  <a:pt x="1172" y="1006060"/>
                </a:lnTo>
                <a:lnTo>
                  <a:pt x="4654" y="1053280"/>
                </a:lnTo>
                <a:lnTo>
                  <a:pt x="10390" y="1099839"/>
                </a:lnTo>
                <a:lnTo>
                  <a:pt x="18324" y="1145680"/>
                </a:lnTo>
                <a:lnTo>
                  <a:pt x="28403" y="1190750"/>
                </a:lnTo>
                <a:lnTo>
                  <a:pt x="40572" y="1234993"/>
                </a:lnTo>
                <a:lnTo>
                  <a:pt x="54775" y="1278354"/>
                </a:lnTo>
                <a:lnTo>
                  <a:pt x="71010" y="1320902"/>
                </a:lnTo>
                <a:lnTo>
                  <a:pt x="89064" y="1362213"/>
                </a:lnTo>
                <a:lnTo>
                  <a:pt x="109040" y="1402600"/>
                </a:lnTo>
                <a:lnTo>
                  <a:pt x="130832" y="1441887"/>
                </a:lnTo>
                <a:lnTo>
                  <a:pt x="154383" y="1480017"/>
                </a:lnTo>
                <a:lnTo>
                  <a:pt x="179639" y="1516936"/>
                </a:lnTo>
                <a:lnTo>
                  <a:pt x="206546" y="1552589"/>
                </a:lnTo>
                <a:lnTo>
                  <a:pt x="235047" y="1586922"/>
                </a:lnTo>
                <a:lnTo>
                  <a:pt x="265089" y="1619879"/>
                </a:lnTo>
                <a:lnTo>
                  <a:pt x="296616" y="1651405"/>
                </a:lnTo>
                <a:lnTo>
                  <a:pt x="329574" y="1681447"/>
                </a:lnTo>
                <a:lnTo>
                  <a:pt x="363907" y="1709947"/>
                </a:lnTo>
                <a:lnTo>
                  <a:pt x="399561" y="1736853"/>
                </a:lnTo>
                <a:lnTo>
                  <a:pt x="436481" y="1762108"/>
                </a:lnTo>
                <a:lnTo>
                  <a:pt x="474611" y="1785659"/>
                </a:lnTo>
                <a:lnTo>
                  <a:pt x="513898" y="1807450"/>
                </a:lnTo>
                <a:lnTo>
                  <a:pt x="554286" y="1827425"/>
                </a:lnTo>
                <a:lnTo>
                  <a:pt x="595719" y="1845532"/>
                </a:lnTo>
                <a:lnTo>
                  <a:pt x="638144" y="1861713"/>
                </a:lnTo>
                <a:lnTo>
                  <a:pt x="681506" y="1875915"/>
                </a:lnTo>
                <a:lnTo>
                  <a:pt x="725749" y="1888083"/>
                </a:lnTo>
                <a:lnTo>
                  <a:pt x="770818" y="1898162"/>
                </a:lnTo>
                <a:lnTo>
                  <a:pt x="816659" y="1906096"/>
                </a:lnTo>
                <a:lnTo>
                  <a:pt x="863217" y="1911832"/>
                </a:lnTo>
                <a:lnTo>
                  <a:pt x="910437" y="1915313"/>
                </a:lnTo>
                <a:lnTo>
                  <a:pt x="956998" y="1916455"/>
                </a:lnTo>
                <a:lnTo>
                  <a:pt x="956998" y="1449382"/>
                </a:lnTo>
                <a:lnTo>
                  <a:pt x="910958" y="1447194"/>
                </a:lnTo>
                <a:lnTo>
                  <a:pt x="864924" y="1440585"/>
                </a:lnTo>
                <a:lnTo>
                  <a:pt x="820369" y="1429823"/>
                </a:lnTo>
                <a:lnTo>
                  <a:pt x="777497" y="1415112"/>
                </a:lnTo>
                <a:lnTo>
                  <a:pt x="736514" y="1396658"/>
                </a:lnTo>
                <a:lnTo>
                  <a:pt x="697627" y="1374668"/>
                </a:lnTo>
                <a:lnTo>
                  <a:pt x="661042" y="1349347"/>
                </a:lnTo>
                <a:lnTo>
                  <a:pt x="626963" y="1320902"/>
                </a:lnTo>
                <a:lnTo>
                  <a:pt x="595598" y="1289537"/>
                </a:lnTo>
                <a:lnTo>
                  <a:pt x="567152" y="1255459"/>
                </a:lnTo>
                <a:lnTo>
                  <a:pt x="541830" y="1218873"/>
                </a:lnTo>
                <a:lnTo>
                  <a:pt x="519840" y="1179986"/>
                </a:lnTo>
                <a:lnTo>
                  <a:pt x="501386" y="1139004"/>
                </a:lnTo>
                <a:lnTo>
                  <a:pt x="486674" y="1096131"/>
                </a:lnTo>
                <a:lnTo>
                  <a:pt x="475911" y="1051574"/>
                </a:lnTo>
                <a:lnTo>
                  <a:pt x="469302" y="1005540"/>
                </a:lnTo>
                <a:lnTo>
                  <a:pt x="467053" y="958232"/>
                </a:lnTo>
                <a:lnTo>
                  <a:pt x="469302" y="910927"/>
                </a:lnTo>
                <a:lnTo>
                  <a:pt x="475911" y="864894"/>
                </a:lnTo>
                <a:lnTo>
                  <a:pt x="486674" y="820338"/>
                </a:lnTo>
                <a:lnTo>
                  <a:pt x="501386" y="777467"/>
                </a:lnTo>
                <a:lnTo>
                  <a:pt x="519840" y="736485"/>
                </a:lnTo>
                <a:lnTo>
                  <a:pt x="541830" y="697599"/>
                </a:lnTo>
                <a:lnTo>
                  <a:pt x="567152" y="661014"/>
                </a:lnTo>
                <a:lnTo>
                  <a:pt x="595598" y="626937"/>
                </a:lnTo>
                <a:lnTo>
                  <a:pt x="626963" y="595573"/>
                </a:lnTo>
                <a:lnTo>
                  <a:pt x="661042" y="567127"/>
                </a:lnTo>
                <a:lnTo>
                  <a:pt x="697627" y="541807"/>
                </a:lnTo>
                <a:lnTo>
                  <a:pt x="736514" y="519817"/>
                </a:lnTo>
                <a:lnTo>
                  <a:pt x="777497" y="501364"/>
                </a:lnTo>
                <a:lnTo>
                  <a:pt x="820369" y="486653"/>
                </a:lnTo>
                <a:lnTo>
                  <a:pt x="864924" y="475890"/>
                </a:lnTo>
                <a:lnTo>
                  <a:pt x="910958" y="469281"/>
                </a:lnTo>
                <a:lnTo>
                  <a:pt x="956998" y="467093"/>
                </a:lnTo>
                <a:lnTo>
                  <a:pt x="956998" y="0"/>
                </a:lnTo>
                <a:close/>
              </a:path>
            </a:pathLst>
          </a:custGeom>
          <a:solidFill>
            <a:srgbClr val="3A8DD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 flipH="1">
            <a:off x="-284106" y="4597205"/>
            <a:ext cx="862200" cy="839400"/>
          </a:xfrm>
          <a:prstGeom prst="ellipse">
            <a:avLst/>
          </a:prstGeom>
          <a:noFill/>
          <a:ln cap="flat" cmpd="sng" w="228600">
            <a:solidFill>
              <a:srgbClr val="70AE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 txBox="1"/>
          <p:nvPr>
            <p:ph idx="2" type="title"/>
          </p:nvPr>
        </p:nvSpPr>
        <p:spPr>
          <a:xfrm>
            <a:off x="257125" y="1552800"/>
            <a:ext cx="2377500" cy="13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3300025" y="1246825"/>
            <a:ext cx="495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7"/>
          <p:cNvSpPr/>
          <p:nvPr/>
        </p:nvSpPr>
        <p:spPr>
          <a:xfrm flipH="1">
            <a:off x="8375869" y="-73945"/>
            <a:ext cx="862200" cy="839400"/>
          </a:xfrm>
          <a:prstGeom prst="ellipse">
            <a:avLst/>
          </a:prstGeom>
          <a:noFill/>
          <a:ln cap="flat" cmpd="sng" w="228600">
            <a:solidFill>
              <a:srgbClr val="70AE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7469088" y="3278676"/>
            <a:ext cx="1675765" cy="1865299"/>
          </a:xfrm>
          <a:custGeom>
            <a:rect b="b" l="l" r="r" t="t"/>
            <a:pathLst>
              <a:path extrusionOk="0" h="4099559" w="3683000">
                <a:moveTo>
                  <a:pt x="3682479" y="0"/>
                </a:moveTo>
                <a:lnTo>
                  <a:pt x="3613040" y="15715"/>
                </a:lnTo>
                <a:lnTo>
                  <a:pt x="3567810" y="26590"/>
                </a:lnTo>
                <a:lnTo>
                  <a:pt x="3522748" y="37899"/>
                </a:lnTo>
                <a:lnTo>
                  <a:pt x="3477858" y="49639"/>
                </a:lnTo>
                <a:lnTo>
                  <a:pt x="3433140" y="61809"/>
                </a:lnTo>
                <a:lnTo>
                  <a:pt x="3388599" y="74406"/>
                </a:lnTo>
                <a:lnTo>
                  <a:pt x="3344235" y="87428"/>
                </a:lnTo>
                <a:lnTo>
                  <a:pt x="3300053" y="100871"/>
                </a:lnTo>
                <a:lnTo>
                  <a:pt x="3256052" y="114735"/>
                </a:lnTo>
                <a:lnTo>
                  <a:pt x="3212238" y="129016"/>
                </a:lnTo>
                <a:lnTo>
                  <a:pt x="3168610" y="143713"/>
                </a:lnTo>
                <a:lnTo>
                  <a:pt x="3125173" y="158822"/>
                </a:lnTo>
                <a:lnTo>
                  <a:pt x="3081927" y="174342"/>
                </a:lnTo>
                <a:lnTo>
                  <a:pt x="3038876" y="190270"/>
                </a:lnTo>
                <a:lnTo>
                  <a:pt x="2996022" y="206604"/>
                </a:lnTo>
                <a:lnTo>
                  <a:pt x="2953368" y="223341"/>
                </a:lnTo>
                <a:lnTo>
                  <a:pt x="2910915" y="240480"/>
                </a:lnTo>
                <a:lnTo>
                  <a:pt x="2868665" y="258017"/>
                </a:lnTo>
                <a:lnTo>
                  <a:pt x="2826623" y="275951"/>
                </a:lnTo>
                <a:lnTo>
                  <a:pt x="2784788" y="294279"/>
                </a:lnTo>
                <a:lnTo>
                  <a:pt x="2743165" y="312998"/>
                </a:lnTo>
                <a:lnTo>
                  <a:pt x="2701755" y="332107"/>
                </a:lnTo>
                <a:lnTo>
                  <a:pt x="2660561" y="351603"/>
                </a:lnTo>
                <a:lnTo>
                  <a:pt x="2619585" y="371484"/>
                </a:lnTo>
                <a:lnTo>
                  <a:pt x="2578829" y="391747"/>
                </a:lnTo>
                <a:lnTo>
                  <a:pt x="2538295" y="412390"/>
                </a:lnTo>
                <a:lnTo>
                  <a:pt x="2497987" y="433411"/>
                </a:lnTo>
                <a:lnTo>
                  <a:pt x="2457907" y="454807"/>
                </a:lnTo>
                <a:lnTo>
                  <a:pt x="2418056" y="476576"/>
                </a:lnTo>
                <a:lnTo>
                  <a:pt x="2378437" y="498716"/>
                </a:lnTo>
                <a:lnTo>
                  <a:pt x="2339053" y="521224"/>
                </a:lnTo>
                <a:lnTo>
                  <a:pt x="2299905" y="544098"/>
                </a:lnTo>
                <a:lnTo>
                  <a:pt x="2260997" y="567335"/>
                </a:lnTo>
                <a:lnTo>
                  <a:pt x="2222330" y="590934"/>
                </a:lnTo>
                <a:lnTo>
                  <a:pt x="2183907" y="614891"/>
                </a:lnTo>
                <a:lnTo>
                  <a:pt x="2145730" y="639206"/>
                </a:lnTo>
                <a:lnTo>
                  <a:pt x="2107802" y="663874"/>
                </a:lnTo>
                <a:lnTo>
                  <a:pt x="2070124" y="688894"/>
                </a:lnTo>
                <a:lnTo>
                  <a:pt x="2032700" y="714263"/>
                </a:lnTo>
                <a:lnTo>
                  <a:pt x="1995531" y="739980"/>
                </a:lnTo>
                <a:lnTo>
                  <a:pt x="1958621" y="766042"/>
                </a:lnTo>
                <a:lnTo>
                  <a:pt x="1921970" y="792446"/>
                </a:lnTo>
                <a:lnTo>
                  <a:pt x="1885582" y="819190"/>
                </a:lnTo>
                <a:lnTo>
                  <a:pt x="1849460" y="846272"/>
                </a:lnTo>
                <a:lnTo>
                  <a:pt x="1813604" y="873689"/>
                </a:lnTo>
                <a:lnTo>
                  <a:pt x="1778018" y="901439"/>
                </a:lnTo>
                <a:lnTo>
                  <a:pt x="1742705" y="929520"/>
                </a:lnTo>
                <a:lnTo>
                  <a:pt x="1707665" y="957929"/>
                </a:lnTo>
                <a:lnTo>
                  <a:pt x="1672903" y="986665"/>
                </a:lnTo>
                <a:lnTo>
                  <a:pt x="1638419" y="1015724"/>
                </a:lnTo>
                <a:lnTo>
                  <a:pt x="1604217" y="1045104"/>
                </a:lnTo>
                <a:lnTo>
                  <a:pt x="1570298" y="1074803"/>
                </a:lnTo>
                <a:lnTo>
                  <a:pt x="1536666" y="1104819"/>
                </a:lnTo>
                <a:lnTo>
                  <a:pt x="1503322" y="1135150"/>
                </a:lnTo>
                <a:lnTo>
                  <a:pt x="1470269" y="1165792"/>
                </a:lnTo>
                <a:lnTo>
                  <a:pt x="1437509" y="1196743"/>
                </a:lnTo>
                <a:lnTo>
                  <a:pt x="1405044" y="1228002"/>
                </a:lnTo>
                <a:lnTo>
                  <a:pt x="1372878" y="1259566"/>
                </a:lnTo>
                <a:lnTo>
                  <a:pt x="1341011" y="1291432"/>
                </a:lnTo>
                <a:lnTo>
                  <a:pt x="1309447" y="1323599"/>
                </a:lnTo>
                <a:lnTo>
                  <a:pt x="1278188" y="1356063"/>
                </a:lnTo>
                <a:lnTo>
                  <a:pt x="1247237" y="1388823"/>
                </a:lnTo>
                <a:lnTo>
                  <a:pt x="1216595" y="1421876"/>
                </a:lnTo>
                <a:lnTo>
                  <a:pt x="1186264" y="1455220"/>
                </a:lnTo>
                <a:lnTo>
                  <a:pt x="1156248" y="1488852"/>
                </a:lnTo>
                <a:lnTo>
                  <a:pt x="1126549" y="1522770"/>
                </a:lnTo>
                <a:lnTo>
                  <a:pt x="1097169" y="1556973"/>
                </a:lnTo>
                <a:lnTo>
                  <a:pt x="1068109" y="1591456"/>
                </a:lnTo>
                <a:lnTo>
                  <a:pt x="1039374" y="1626219"/>
                </a:lnTo>
                <a:lnTo>
                  <a:pt x="1010965" y="1661258"/>
                </a:lnTo>
                <a:lnTo>
                  <a:pt x="982884" y="1696571"/>
                </a:lnTo>
                <a:lnTo>
                  <a:pt x="955133" y="1732157"/>
                </a:lnTo>
                <a:lnTo>
                  <a:pt x="927716" y="1768012"/>
                </a:lnTo>
                <a:lnTo>
                  <a:pt x="900634" y="1804135"/>
                </a:lnTo>
                <a:lnTo>
                  <a:pt x="873890" y="1840523"/>
                </a:lnTo>
                <a:lnTo>
                  <a:pt x="847486" y="1877173"/>
                </a:lnTo>
                <a:lnTo>
                  <a:pt x="821425" y="1914083"/>
                </a:lnTo>
                <a:lnTo>
                  <a:pt x="795708" y="1951252"/>
                </a:lnTo>
                <a:lnTo>
                  <a:pt x="770338" y="1988676"/>
                </a:lnTo>
                <a:lnTo>
                  <a:pt x="745318" y="2026353"/>
                </a:lnTo>
                <a:lnTo>
                  <a:pt x="720650" y="2064281"/>
                </a:lnTo>
                <a:lnTo>
                  <a:pt x="696336" y="2102458"/>
                </a:lnTo>
                <a:lnTo>
                  <a:pt x="672378" y="2140880"/>
                </a:lnTo>
                <a:lnTo>
                  <a:pt x="648779" y="2179547"/>
                </a:lnTo>
                <a:lnTo>
                  <a:pt x="625542" y="2218455"/>
                </a:lnTo>
                <a:lnTo>
                  <a:pt x="602668" y="2257602"/>
                </a:lnTo>
                <a:lnTo>
                  <a:pt x="580160" y="2296987"/>
                </a:lnTo>
                <a:lnTo>
                  <a:pt x="558020" y="2336605"/>
                </a:lnTo>
                <a:lnTo>
                  <a:pt x="536251" y="2376456"/>
                </a:lnTo>
                <a:lnTo>
                  <a:pt x="514855" y="2416536"/>
                </a:lnTo>
                <a:lnTo>
                  <a:pt x="493835" y="2456844"/>
                </a:lnTo>
                <a:lnTo>
                  <a:pt x="473191" y="2497377"/>
                </a:lnTo>
                <a:lnTo>
                  <a:pt x="452928" y="2538132"/>
                </a:lnTo>
                <a:lnTo>
                  <a:pt x="433048" y="2579108"/>
                </a:lnTo>
                <a:lnTo>
                  <a:pt x="413552" y="2620302"/>
                </a:lnTo>
                <a:lnTo>
                  <a:pt x="394443" y="2661712"/>
                </a:lnTo>
                <a:lnTo>
                  <a:pt x="375723" y="2703335"/>
                </a:lnTo>
                <a:lnTo>
                  <a:pt x="357395" y="2745169"/>
                </a:lnTo>
                <a:lnTo>
                  <a:pt x="339461" y="2787211"/>
                </a:lnTo>
                <a:lnTo>
                  <a:pt x="321924" y="2829460"/>
                </a:lnTo>
                <a:lnTo>
                  <a:pt x="304786" y="2871913"/>
                </a:lnTo>
                <a:lnTo>
                  <a:pt x="288048" y="2914567"/>
                </a:lnTo>
                <a:lnTo>
                  <a:pt x="271714" y="2957420"/>
                </a:lnTo>
                <a:lnTo>
                  <a:pt x="255786" y="3000471"/>
                </a:lnTo>
                <a:lnTo>
                  <a:pt x="240267" y="3043716"/>
                </a:lnTo>
                <a:lnTo>
                  <a:pt x="225157" y="3087153"/>
                </a:lnTo>
                <a:lnTo>
                  <a:pt x="210461" y="3130780"/>
                </a:lnTo>
                <a:lnTo>
                  <a:pt x="196180" y="3174595"/>
                </a:lnTo>
                <a:lnTo>
                  <a:pt x="182316" y="3218594"/>
                </a:lnTo>
                <a:lnTo>
                  <a:pt x="168872" y="3262777"/>
                </a:lnTo>
                <a:lnTo>
                  <a:pt x="155851" y="3307139"/>
                </a:lnTo>
                <a:lnTo>
                  <a:pt x="143254" y="3351680"/>
                </a:lnTo>
                <a:lnTo>
                  <a:pt x="131084" y="3396397"/>
                </a:lnTo>
                <a:lnTo>
                  <a:pt x="119344" y="3441287"/>
                </a:lnTo>
                <a:lnTo>
                  <a:pt x="108035" y="3486349"/>
                </a:lnTo>
                <a:lnTo>
                  <a:pt x="97160" y="3531578"/>
                </a:lnTo>
                <a:lnTo>
                  <a:pt x="86721" y="3576975"/>
                </a:lnTo>
                <a:lnTo>
                  <a:pt x="76721" y="3622535"/>
                </a:lnTo>
                <a:lnTo>
                  <a:pt x="67163" y="3668257"/>
                </a:lnTo>
                <a:lnTo>
                  <a:pt x="58047" y="3714138"/>
                </a:lnTo>
                <a:lnTo>
                  <a:pt x="49378" y="3760177"/>
                </a:lnTo>
                <a:lnTo>
                  <a:pt x="41156" y="3806369"/>
                </a:lnTo>
                <a:lnTo>
                  <a:pt x="33385" y="3852715"/>
                </a:lnTo>
                <a:lnTo>
                  <a:pt x="26067" y="3899210"/>
                </a:lnTo>
                <a:lnTo>
                  <a:pt x="19203" y="3945852"/>
                </a:lnTo>
                <a:lnTo>
                  <a:pt x="12798" y="3992640"/>
                </a:lnTo>
                <a:lnTo>
                  <a:pt x="6852" y="4039571"/>
                </a:lnTo>
                <a:lnTo>
                  <a:pt x="1368" y="4086643"/>
                </a:lnTo>
                <a:lnTo>
                  <a:pt x="0" y="4099515"/>
                </a:lnTo>
                <a:lnTo>
                  <a:pt x="1834150" y="4099515"/>
                </a:lnTo>
                <a:lnTo>
                  <a:pt x="1835562" y="4091385"/>
                </a:lnTo>
                <a:lnTo>
                  <a:pt x="1844328" y="4045345"/>
                </a:lnTo>
                <a:lnTo>
                  <a:pt x="1853817" y="3999563"/>
                </a:lnTo>
                <a:lnTo>
                  <a:pt x="1864024" y="3954045"/>
                </a:lnTo>
                <a:lnTo>
                  <a:pt x="1874942" y="3908797"/>
                </a:lnTo>
                <a:lnTo>
                  <a:pt x="1886565" y="3863824"/>
                </a:lnTo>
                <a:lnTo>
                  <a:pt x="1898886" y="3819134"/>
                </a:lnTo>
                <a:lnTo>
                  <a:pt x="1911900" y="3774733"/>
                </a:lnTo>
                <a:lnTo>
                  <a:pt x="1925600" y="3730626"/>
                </a:lnTo>
                <a:lnTo>
                  <a:pt x="1939979" y="3686820"/>
                </a:lnTo>
                <a:lnTo>
                  <a:pt x="1955033" y="3643321"/>
                </a:lnTo>
                <a:lnTo>
                  <a:pt x="1970754" y="3600135"/>
                </a:lnTo>
                <a:lnTo>
                  <a:pt x="1987136" y="3557269"/>
                </a:lnTo>
                <a:lnTo>
                  <a:pt x="2004174" y="3514729"/>
                </a:lnTo>
                <a:lnTo>
                  <a:pt x="2021860" y="3472521"/>
                </a:lnTo>
                <a:lnTo>
                  <a:pt x="2040190" y="3430651"/>
                </a:lnTo>
                <a:lnTo>
                  <a:pt x="2059155" y="3389126"/>
                </a:lnTo>
                <a:lnTo>
                  <a:pt x="2078751" y="3347951"/>
                </a:lnTo>
                <a:lnTo>
                  <a:pt x="2098971" y="3307133"/>
                </a:lnTo>
                <a:lnTo>
                  <a:pt x="2119808" y="3266678"/>
                </a:lnTo>
                <a:lnTo>
                  <a:pt x="2141258" y="3226592"/>
                </a:lnTo>
                <a:lnTo>
                  <a:pt x="2163312" y="3186882"/>
                </a:lnTo>
                <a:lnTo>
                  <a:pt x="2185966" y="3147553"/>
                </a:lnTo>
                <a:lnTo>
                  <a:pt x="2209213" y="3108613"/>
                </a:lnTo>
                <a:lnTo>
                  <a:pt x="2233047" y="3070066"/>
                </a:lnTo>
                <a:lnTo>
                  <a:pt x="2257461" y="3031920"/>
                </a:lnTo>
                <a:lnTo>
                  <a:pt x="2282449" y="2994181"/>
                </a:lnTo>
                <a:lnTo>
                  <a:pt x="2308006" y="2956854"/>
                </a:lnTo>
                <a:lnTo>
                  <a:pt x="2334125" y="2919946"/>
                </a:lnTo>
                <a:lnTo>
                  <a:pt x="2360799" y="2883463"/>
                </a:lnTo>
                <a:lnTo>
                  <a:pt x="2388022" y="2847412"/>
                </a:lnTo>
                <a:lnTo>
                  <a:pt x="2415789" y="2811799"/>
                </a:lnTo>
                <a:lnTo>
                  <a:pt x="2444093" y="2776629"/>
                </a:lnTo>
                <a:lnTo>
                  <a:pt x="2472928" y="2741909"/>
                </a:lnTo>
                <a:lnTo>
                  <a:pt x="2502288" y="2707646"/>
                </a:lnTo>
                <a:lnTo>
                  <a:pt x="2532165" y="2673845"/>
                </a:lnTo>
                <a:lnTo>
                  <a:pt x="2562555" y="2640513"/>
                </a:lnTo>
                <a:lnTo>
                  <a:pt x="2593451" y="2607655"/>
                </a:lnTo>
                <a:lnTo>
                  <a:pt x="2624847" y="2575279"/>
                </a:lnTo>
                <a:lnTo>
                  <a:pt x="2656736" y="2543390"/>
                </a:lnTo>
                <a:lnTo>
                  <a:pt x="2689113" y="2511995"/>
                </a:lnTo>
                <a:lnTo>
                  <a:pt x="2721971" y="2481099"/>
                </a:lnTo>
                <a:lnTo>
                  <a:pt x="2755303" y="2450710"/>
                </a:lnTo>
                <a:lnTo>
                  <a:pt x="2789105" y="2420832"/>
                </a:lnTo>
                <a:lnTo>
                  <a:pt x="2823369" y="2391473"/>
                </a:lnTo>
                <a:lnTo>
                  <a:pt x="2858089" y="2362639"/>
                </a:lnTo>
                <a:lnTo>
                  <a:pt x="2893259" y="2334335"/>
                </a:lnTo>
                <a:lnTo>
                  <a:pt x="2928873" y="2306568"/>
                </a:lnTo>
                <a:lnTo>
                  <a:pt x="2964925" y="2279345"/>
                </a:lnTo>
                <a:lnTo>
                  <a:pt x="3001408" y="2252671"/>
                </a:lnTo>
                <a:lnTo>
                  <a:pt x="3038316" y="2226553"/>
                </a:lnTo>
                <a:lnTo>
                  <a:pt x="3075643" y="2200997"/>
                </a:lnTo>
                <a:lnTo>
                  <a:pt x="3113383" y="2176009"/>
                </a:lnTo>
                <a:lnTo>
                  <a:pt x="3151530" y="2151595"/>
                </a:lnTo>
                <a:lnTo>
                  <a:pt x="3190076" y="2127762"/>
                </a:lnTo>
                <a:lnTo>
                  <a:pt x="3229017" y="2104515"/>
                </a:lnTo>
                <a:lnTo>
                  <a:pt x="3268346" y="2081862"/>
                </a:lnTo>
                <a:lnTo>
                  <a:pt x="3308057" y="2059807"/>
                </a:lnTo>
                <a:lnTo>
                  <a:pt x="3348143" y="2038358"/>
                </a:lnTo>
                <a:lnTo>
                  <a:pt x="3388599" y="2017521"/>
                </a:lnTo>
                <a:lnTo>
                  <a:pt x="3429417" y="1997301"/>
                </a:lnTo>
                <a:lnTo>
                  <a:pt x="3470592" y="1977706"/>
                </a:lnTo>
                <a:lnTo>
                  <a:pt x="3512118" y="1958740"/>
                </a:lnTo>
                <a:lnTo>
                  <a:pt x="3553989" y="1940412"/>
                </a:lnTo>
                <a:lnTo>
                  <a:pt x="3596197" y="1922725"/>
                </a:lnTo>
                <a:lnTo>
                  <a:pt x="3638738" y="1905688"/>
                </a:lnTo>
                <a:lnTo>
                  <a:pt x="3681604" y="1889306"/>
                </a:lnTo>
                <a:lnTo>
                  <a:pt x="3682479" y="1888987"/>
                </a:lnTo>
                <a:lnTo>
                  <a:pt x="3682479" y="0"/>
                </a:lnTo>
                <a:close/>
              </a:path>
            </a:pathLst>
          </a:custGeom>
          <a:solidFill>
            <a:srgbClr val="20242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/>
          <p:nvPr/>
        </p:nvSpPr>
        <p:spPr>
          <a:xfrm>
            <a:off x="7776201" y="940500"/>
            <a:ext cx="1605300" cy="1601700"/>
          </a:xfrm>
          <a:prstGeom prst="ellipse">
            <a:avLst/>
          </a:prstGeom>
          <a:noFill/>
          <a:ln cap="flat" cmpd="sng" w="228600">
            <a:solidFill>
              <a:srgbClr val="008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6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/>
          <p:nvPr/>
        </p:nvSpPr>
        <p:spPr>
          <a:xfrm>
            <a:off x="0" y="0"/>
            <a:ext cx="2052812" cy="2141223"/>
          </a:xfrm>
          <a:custGeom>
            <a:rect b="b" l="l" r="r" t="t"/>
            <a:pathLst>
              <a:path extrusionOk="0" h="4705985" w="4511675">
                <a:moveTo>
                  <a:pt x="4511265" y="0"/>
                </a:moveTo>
                <a:lnTo>
                  <a:pt x="0" y="0"/>
                </a:lnTo>
                <a:lnTo>
                  <a:pt x="0" y="4705574"/>
                </a:lnTo>
                <a:lnTo>
                  <a:pt x="3551096" y="4705574"/>
                </a:lnTo>
                <a:lnTo>
                  <a:pt x="3599018" y="4704398"/>
                </a:lnTo>
                <a:lnTo>
                  <a:pt x="3646332" y="4700910"/>
                </a:lnTo>
                <a:lnTo>
                  <a:pt x="3692983" y="4695163"/>
                </a:lnTo>
                <a:lnTo>
                  <a:pt x="3738915" y="4687212"/>
                </a:lnTo>
                <a:lnTo>
                  <a:pt x="3784074" y="4677113"/>
                </a:lnTo>
                <a:lnTo>
                  <a:pt x="3828405" y="4664921"/>
                </a:lnTo>
                <a:lnTo>
                  <a:pt x="3871853" y="4650690"/>
                </a:lnTo>
                <a:lnTo>
                  <a:pt x="3914363" y="4634476"/>
                </a:lnTo>
                <a:lnTo>
                  <a:pt x="3955879" y="4616333"/>
                </a:lnTo>
                <a:lnTo>
                  <a:pt x="3996347" y="4596317"/>
                </a:lnTo>
                <a:lnTo>
                  <a:pt x="4035712" y="4574482"/>
                </a:lnTo>
                <a:lnTo>
                  <a:pt x="4073918" y="4550884"/>
                </a:lnTo>
                <a:lnTo>
                  <a:pt x="4110911" y="4525578"/>
                </a:lnTo>
                <a:lnTo>
                  <a:pt x="4146636" y="4498618"/>
                </a:lnTo>
                <a:lnTo>
                  <a:pt x="4181038" y="4470060"/>
                </a:lnTo>
                <a:lnTo>
                  <a:pt x="4214061" y="4439959"/>
                </a:lnTo>
                <a:lnTo>
                  <a:pt x="4245651" y="4408369"/>
                </a:lnTo>
                <a:lnTo>
                  <a:pt x="4275752" y="4375346"/>
                </a:lnTo>
                <a:lnTo>
                  <a:pt x="4304310" y="4340944"/>
                </a:lnTo>
                <a:lnTo>
                  <a:pt x="4331270" y="4305220"/>
                </a:lnTo>
                <a:lnTo>
                  <a:pt x="4356576" y="4268226"/>
                </a:lnTo>
                <a:lnTo>
                  <a:pt x="4380174" y="4230020"/>
                </a:lnTo>
                <a:lnTo>
                  <a:pt x="4402009" y="4190655"/>
                </a:lnTo>
                <a:lnTo>
                  <a:pt x="4422025" y="4150187"/>
                </a:lnTo>
                <a:lnTo>
                  <a:pt x="4440167" y="4108671"/>
                </a:lnTo>
                <a:lnTo>
                  <a:pt x="4456382" y="4066161"/>
                </a:lnTo>
                <a:lnTo>
                  <a:pt x="4470613" y="4022714"/>
                </a:lnTo>
                <a:lnTo>
                  <a:pt x="4482805" y="3978383"/>
                </a:lnTo>
                <a:lnTo>
                  <a:pt x="4492904" y="3933223"/>
                </a:lnTo>
                <a:lnTo>
                  <a:pt x="4500855" y="3887291"/>
                </a:lnTo>
                <a:lnTo>
                  <a:pt x="4506602" y="3840640"/>
                </a:lnTo>
                <a:lnTo>
                  <a:pt x="4510090" y="3793326"/>
                </a:lnTo>
                <a:lnTo>
                  <a:pt x="4511265" y="3745404"/>
                </a:lnTo>
                <a:lnTo>
                  <a:pt x="4511265" y="0"/>
                </a:lnTo>
                <a:close/>
              </a:path>
            </a:pathLst>
          </a:custGeom>
          <a:solidFill>
            <a:srgbClr val="333F4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33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0"/>
          <p:cNvSpPr/>
          <p:nvPr/>
        </p:nvSpPr>
        <p:spPr>
          <a:xfrm>
            <a:off x="782096" y="942689"/>
            <a:ext cx="3102477" cy="3075318"/>
          </a:xfrm>
          <a:custGeom>
            <a:rect b="b" l="l" r="r" t="t"/>
            <a:pathLst>
              <a:path extrusionOk="0" h="6758940" w="6818630">
                <a:moveTo>
                  <a:pt x="6034936" y="0"/>
                </a:moveTo>
                <a:lnTo>
                  <a:pt x="783138" y="0"/>
                </a:lnTo>
                <a:lnTo>
                  <a:pt x="735431" y="1429"/>
                </a:lnTo>
                <a:lnTo>
                  <a:pt x="688480" y="5662"/>
                </a:lnTo>
                <a:lnTo>
                  <a:pt x="642366" y="12617"/>
                </a:lnTo>
                <a:lnTo>
                  <a:pt x="597173" y="22212"/>
                </a:lnTo>
                <a:lnTo>
                  <a:pt x="552981" y="34365"/>
                </a:lnTo>
                <a:lnTo>
                  <a:pt x="509873" y="48994"/>
                </a:lnTo>
                <a:lnTo>
                  <a:pt x="467931" y="66018"/>
                </a:lnTo>
                <a:lnTo>
                  <a:pt x="427236" y="85354"/>
                </a:lnTo>
                <a:lnTo>
                  <a:pt x="387871" y="106920"/>
                </a:lnTo>
                <a:lnTo>
                  <a:pt x="349916" y="130635"/>
                </a:lnTo>
                <a:lnTo>
                  <a:pt x="313455" y="156417"/>
                </a:lnTo>
                <a:lnTo>
                  <a:pt x="278570" y="184183"/>
                </a:lnTo>
                <a:lnTo>
                  <a:pt x="245341" y="213852"/>
                </a:lnTo>
                <a:lnTo>
                  <a:pt x="213851" y="245342"/>
                </a:lnTo>
                <a:lnTo>
                  <a:pt x="184182" y="278571"/>
                </a:lnTo>
                <a:lnTo>
                  <a:pt x="156416" y="313458"/>
                </a:lnTo>
                <a:lnTo>
                  <a:pt x="130634" y="349919"/>
                </a:lnTo>
                <a:lnTo>
                  <a:pt x="106920" y="387874"/>
                </a:lnTo>
                <a:lnTo>
                  <a:pt x="85353" y="427240"/>
                </a:lnTo>
                <a:lnTo>
                  <a:pt x="66017" y="467935"/>
                </a:lnTo>
                <a:lnTo>
                  <a:pt x="48994" y="509878"/>
                </a:lnTo>
                <a:lnTo>
                  <a:pt x="34365" y="552987"/>
                </a:lnTo>
                <a:lnTo>
                  <a:pt x="22212" y="597179"/>
                </a:lnTo>
                <a:lnTo>
                  <a:pt x="12617" y="642374"/>
                </a:lnTo>
                <a:lnTo>
                  <a:pt x="5662" y="688488"/>
                </a:lnTo>
                <a:lnTo>
                  <a:pt x="1429" y="735440"/>
                </a:lnTo>
                <a:lnTo>
                  <a:pt x="0" y="783148"/>
                </a:lnTo>
                <a:lnTo>
                  <a:pt x="0" y="5975430"/>
                </a:lnTo>
                <a:lnTo>
                  <a:pt x="1429" y="6023137"/>
                </a:lnTo>
                <a:lnTo>
                  <a:pt x="5662" y="6070089"/>
                </a:lnTo>
                <a:lnTo>
                  <a:pt x="12617" y="6116202"/>
                </a:lnTo>
                <a:lnTo>
                  <a:pt x="22212" y="6161396"/>
                </a:lnTo>
                <a:lnTo>
                  <a:pt x="34365" y="6205588"/>
                </a:lnTo>
                <a:lnTo>
                  <a:pt x="48994" y="6248696"/>
                </a:lnTo>
                <a:lnTo>
                  <a:pt x="66017" y="6290639"/>
                </a:lnTo>
                <a:lnTo>
                  <a:pt x="85353" y="6331334"/>
                </a:lnTo>
                <a:lnTo>
                  <a:pt x="106920" y="6370700"/>
                </a:lnTo>
                <a:lnTo>
                  <a:pt x="130634" y="6408655"/>
                </a:lnTo>
                <a:lnTo>
                  <a:pt x="156416" y="6445116"/>
                </a:lnTo>
                <a:lnTo>
                  <a:pt x="184182" y="6480003"/>
                </a:lnTo>
                <a:lnTo>
                  <a:pt x="213851" y="6513232"/>
                </a:lnTo>
                <a:lnTo>
                  <a:pt x="245341" y="6544723"/>
                </a:lnTo>
                <a:lnTo>
                  <a:pt x="278570" y="6574392"/>
                </a:lnTo>
                <a:lnTo>
                  <a:pt x="313455" y="6602159"/>
                </a:lnTo>
                <a:lnTo>
                  <a:pt x="349916" y="6627941"/>
                </a:lnTo>
                <a:lnTo>
                  <a:pt x="387871" y="6651656"/>
                </a:lnTo>
                <a:lnTo>
                  <a:pt x="427236" y="6673223"/>
                </a:lnTo>
                <a:lnTo>
                  <a:pt x="467931" y="6692559"/>
                </a:lnTo>
                <a:lnTo>
                  <a:pt x="509873" y="6709583"/>
                </a:lnTo>
                <a:lnTo>
                  <a:pt x="552981" y="6724213"/>
                </a:lnTo>
                <a:lnTo>
                  <a:pt x="597173" y="6736366"/>
                </a:lnTo>
                <a:lnTo>
                  <a:pt x="642366" y="6745961"/>
                </a:lnTo>
                <a:lnTo>
                  <a:pt x="688480" y="6752917"/>
                </a:lnTo>
                <a:lnTo>
                  <a:pt x="735431" y="6757150"/>
                </a:lnTo>
                <a:lnTo>
                  <a:pt x="783138" y="6758579"/>
                </a:lnTo>
                <a:lnTo>
                  <a:pt x="6034936" y="6758579"/>
                </a:lnTo>
                <a:lnTo>
                  <a:pt x="6082643" y="6757150"/>
                </a:lnTo>
                <a:lnTo>
                  <a:pt x="6129595" y="6752917"/>
                </a:lnTo>
                <a:lnTo>
                  <a:pt x="6175708" y="6745961"/>
                </a:lnTo>
                <a:lnTo>
                  <a:pt x="6220902" y="6736366"/>
                </a:lnTo>
                <a:lnTo>
                  <a:pt x="6265094" y="6724213"/>
                </a:lnTo>
                <a:lnTo>
                  <a:pt x="6308202" y="6709583"/>
                </a:lnTo>
                <a:lnTo>
                  <a:pt x="6350145" y="6692559"/>
                </a:lnTo>
                <a:lnTo>
                  <a:pt x="6390840" y="6673223"/>
                </a:lnTo>
                <a:lnTo>
                  <a:pt x="6430206" y="6651656"/>
                </a:lnTo>
                <a:lnTo>
                  <a:pt x="6468161" y="6627941"/>
                </a:lnTo>
                <a:lnTo>
                  <a:pt x="6504623" y="6602159"/>
                </a:lnTo>
                <a:lnTo>
                  <a:pt x="6539509" y="6574392"/>
                </a:lnTo>
                <a:lnTo>
                  <a:pt x="6572738" y="6544723"/>
                </a:lnTo>
                <a:lnTo>
                  <a:pt x="6604229" y="6513232"/>
                </a:lnTo>
                <a:lnTo>
                  <a:pt x="6633898" y="6480003"/>
                </a:lnTo>
                <a:lnTo>
                  <a:pt x="6661665" y="6445116"/>
                </a:lnTo>
                <a:lnTo>
                  <a:pt x="6687447" y="6408655"/>
                </a:lnTo>
                <a:lnTo>
                  <a:pt x="6711162" y="6370700"/>
                </a:lnTo>
                <a:lnTo>
                  <a:pt x="6732729" y="6331334"/>
                </a:lnTo>
                <a:lnTo>
                  <a:pt x="6752065" y="6290639"/>
                </a:lnTo>
                <a:lnTo>
                  <a:pt x="6769089" y="6248696"/>
                </a:lnTo>
                <a:lnTo>
                  <a:pt x="6783719" y="6205588"/>
                </a:lnTo>
                <a:lnTo>
                  <a:pt x="6795872" y="6161396"/>
                </a:lnTo>
                <a:lnTo>
                  <a:pt x="6805468" y="6116202"/>
                </a:lnTo>
                <a:lnTo>
                  <a:pt x="6812423" y="6070089"/>
                </a:lnTo>
                <a:lnTo>
                  <a:pt x="6816656" y="6023137"/>
                </a:lnTo>
                <a:lnTo>
                  <a:pt x="6818085" y="5975430"/>
                </a:lnTo>
                <a:lnTo>
                  <a:pt x="6818085" y="783148"/>
                </a:lnTo>
                <a:lnTo>
                  <a:pt x="6816656" y="735440"/>
                </a:lnTo>
                <a:lnTo>
                  <a:pt x="6812423" y="688488"/>
                </a:lnTo>
                <a:lnTo>
                  <a:pt x="6805468" y="642374"/>
                </a:lnTo>
                <a:lnTo>
                  <a:pt x="6795872" y="597179"/>
                </a:lnTo>
                <a:lnTo>
                  <a:pt x="6783719" y="552987"/>
                </a:lnTo>
                <a:lnTo>
                  <a:pt x="6769089" y="509878"/>
                </a:lnTo>
                <a:lnTo>
                  <a:pt x="6752065" y="467935"/>
                </a:lnTo>
                <a:lnTo>
                  <a:pt x="6732729" y="427240"/>
                </a:lnTo>
                <a:lnTo>
                  <a:pt x="6711162" y="387874"/>
                </a:lnTo>
                <a:lnTo>
                  <a:pt x="6687447" y="349919"/>
                </a:lnTo>
                <a:lnTo>
                  <a:pt x="6661665" y="313458"/>
                </a:lnTo>
                <a:lnTo>
                  <a:pt x="6633898" y="278571"/>
                </a:lnTo>
                <a:lnTo>
                  <a:pt x="6604229" y="245342"/>
                </a:lnTo>
                <a:lnTo>
                  <a:pt x="6572738" y="213852"/>
                </a:lnTo>
                <a:lnTo>
                  <a:pt x="6539509" y="184183"/>
                </a:lnTo>
                <a:lnTo>
                  <a:pt x="6504623" y="156417"/>
                </a:lnTo>
                <a:lnTo>
                  <a:pt x="6468161" y="130635"/>
                </a:lnTo>
                <a:lnTo>
                  <a:pt x="6430206" y="106920"/>
                </a:lnTo>
                <a:lnTo>
                  <a:pt x="6390840" y="85354"/>
                </a:lnTo>
                <a:lnTo>
                  <a:pt x="6350145" y="66018"/>
                </a:lnTo>
                <a:lnTo>
                  <a:pt x="6308202" y="48994"/>
                </a:lnTo>
                <a:lnTo>
                  <a:pt x="6265094" y="34365"/>
                </a:lnTo>
                <a:lnTo>
                  <a:pt x="6220902" y="22212"/>
                </a:lnTo>
                <a:lnTo>
                  <a:pt x="6175708" y="12617"/>
                </a:lnTo>
                <a:lnTo>
                  <a:pt x="6129595" y="5662"/>
                </a:lnTo>
                <a:lnTo>
                  <a:pt x="6082643" y="1429"/>
                </a:lnTo>
                <a:lnTo>
                  <a:pt x="6034936" y="0"/>
                </a:lnTo>
                <a:close/>
              </a:path>
            </a:pathLst>
          </a:custGeom>
          <a:solidFill>
            <a:srgbClr val="3A8DD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33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0"/>
          <p:cNvSpPr/>
          <p:nvPr/>
        </p:nvSpPr>
        <p:spPr>
          <a:xfrm>
            <a:off x="3335346" y="504838"/>
            <a:ext cx="931205" cy="931205"/>
          </a:xfrm>
          <a:custGeom>
            <a:rect b="b" l="l" r="r" t="t"/>
            <a:pathLst>
              <a:path extrusionOk="0" h="2046605" w="2046604">
                <a:moveTo>
                  <a:pt x="1692859" y="0"/>
                </a:moveTo>
                <a:lnTo>
                  <a:pt x="353455" y="0"/>
                </a:lnTo>
                <a:lnTo>
                  <a:pt x="305493" y="3226"/>
                </a:lnTo>
                <a:lnTo>
                  <a:pt x="259492" y="12626"/>
                </a:lnTo>
                <a:lnTo>
                  <a:pt x="215874" y="27777"/>
                </a:lnTo>
                <a:lnTo>
                  <a:pt x="175059" y="48259"/>
                </a:lnTo>
                <a:lnTo>
                  <a:pt x="137468" y="73649"/>
                </a:lnTo>
                <a:lnTo>
                  <a:pt x="103524" y="103528"/>
                </a:lnTo>
                <a:lnTo>
                  <a:pt x="73646" y="137473"/>
                </a:lnTo>
                <a:lnTo>
                  <a:pt x="48256" y="175063"/>
                </a:lnTo>
                <a:lnTo>
                  <a:pt x="27776" y="215878"/>
                </a:lnTo>
                <a:lnTo>
                  <a:pt x="12625" y="259496"/>
                </a:lnTo>
                <a:lnTo>
                  <a:pt x="3226" y="305495"/>
                </a:lnTo>
                <a:lnTo>
                  <a:pt x="0" y="353455"/>
                </a:lnTo>
                <a:lnTo>
                  <a:pt x="0" y="1692869"/>
                </a:lnTo>
                <a:lnTo>
                  <a:pt x="3226" y="1740831"/>
                </a:lnTo>
                <a:lnTo>
                  <a:pt x="12625" y="1786831"/>
                </a:lnTo>
                <a:lnTo>
                  <a:pt x="27776" y="1830449"/>
                </a:lnTo>
                <a:lnTo>
                  <a:pt x="48256" y="1871263"/>
                </a:lnTo>
                <a:lnTo>
                  <a:pt x="73646" y="1908852"/>
                </a:lnTo>
                <a:lnTo>
                  <a:pt x="103524" y="1942795"/>
                </a:lnTo>
                <a:lnTo>
                  <a:pt x="137468" y="1972672"/>
                </a:lnTo>
                <a:lnTo>
                  <a:pt x="175059" y="1998060"/>
                </a:lnTo>
                <a:lnTo>
                  <a:pt x="215874" y="2018540"/>
                </a:lnTo>
                <a:lnTo>
                  <a:pt x="259492" y="2033689"/>
                </a:lnTo>
                <a:lnTo>
                  <a:pt x="305493" y="2043088"/>
                </a:lnTo>
                <a:lnTo>
                  <a:pt x="353455" y="2046314"/>
                </a:lnTo>
                <a:lnTo>
                  <a:pt x="1692859" y="2046314"/>
                </a:lnTo>
                <a:lnTo>
                  <a:pt x="1740821" y="2043088"/>
                </a:lnTo>
                <a:lnTo>
                  <a:pt x="1786822" y="2033689"/>
                </a:lnTo>
                <a:lnTo>
                  <a:pt x="1830440" y="2018540"/>
                </a:lnTo>
                <a:lnTo>
                  <a:pt x="1871255" y="1998060"/>
                </a:lnTo>
                <a:lnTo>
                  <a:pt x="1908845" y="1972672"/>
                </a:lnTo>
                <a:lnTo>
                  <a:pt x="1942790" y="1942795"/>
                </a:lnTo>
                <a:lnTo>
                  <a:pt x="1972668" y="1908852"/>
                </a:lnTo>
                <a:lnTo>
                  <a:pt x="1998057" y="1871263"/>
                </a:lnTo>
                <a:lnTo>
                  <a:pt x="2018538" y="1830449"/>
                </a:lnTo>
                <a:lnTo>
                  <a:pt x="2033688" y="1786831"/>
                </a:lnTo>
                <a:lnTo>
                  <a:pt x="2043088" y="1740831"/>
                </a:lnTo>
                <a:lnTo>
                  <a:pt x="2046314" y="1692869"/>
                </a:lnTo>
                <a:lnTo>
                  <a:pt x="2046314" y="353455"/>
                </a:lnTo>
                <a:lnTo>
                  <a:pt x="2043088" y="305495"/>
                </a:lnTo>
                <a:lnTo>
                  <a:pt x="2033688" y="259496"/>
                </a:lnTo>
                <a:lnTo>
                  <a:pt x="2018538" y="215878"/>
                </a:lnTo>
                <a:lnTo>
                  <a:pt x="1998057" y="175063"/>
                </a:lnTo>
                <a:lnTo>
                  <a:pt x="1972668" y="137473"/>
                </a:lnTo>
                <a:lnTo>
                  <a:pt x="1942790" y="103528"/>
                </a:lnTo>
                <a:lnTo>
                  <a:pt x="1908845" y="73649"/>
                </a:lnTo>
                <a:lnTo>
                  <a:pt x="1871255" y="48259"/>
                </a:lnTo>
                <a:lnTo>
                  <a:pt x="1830440" y="27777"/>
                </a:lnTo>
                <a:lnTo>
                  <a:pt x="1786822" y="12626"/>
                </a:lnTo>
                <a:lnTo>
                  <a:pt x="1740821" y="3226"/>
                </a:lnTo>
                <a:lnTo>
                  <a:pt x="1692859" y="0"/>
                </a:lnTo>
                <a:close/>
              </a:path>
            </a:pathLst>
          </a:custGeom>
          <a:solidFill>
            <a:srgbClr val="3679B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33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1118100" y="1689250"/>
            <a:ext cx="2377500" cy="13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4933575" y="1689250"/>
            <a:ext cx="3359100" cy="23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0" name="Google Shape;70;p10"/>
          <p:cNvSpPr/>
          <p:nvPr/>
        </p:nvSpPr>
        <p:spPr>
          <a:xfrm flipH="1">
            <a:off x="4558896" y="1162596"/>
            <a:ext cx="301200" cy="293100"/>
          </a:xfrm>
          <a:prstGeom prst="ellipse">
            <a:avLst/>
          </a:prstGeom>
          <a:noFill/>
          <a:ln cap="flat" cmpd="sng" w="76200">
            <a:solidFill>
              <a:srgbClr val="70AE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0"/>
          <p:cNvSpPr txBox="1"/>
          <p:nvPr>
            <p:ph idx="2" type="title"/>
          </p:nvPr>
        </p:nvSpPr>
        <p:spPr>
          <a:xfrm>
            <a:off x="4933575" y="1069600"/>
            <a:ext cx="29916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72" name="Google Shape;72;p10"/>
          <p:cNvSpPr/>
          <p:nvPr>
            <p:ph idx="3" type="pic"/>
          </p:nvPr>
        </p:nvSpPr>
        <p:spPr>
          <a:xfrm>
            <a:off x="3470350" y="666100"/>
            <a:ext cx="661200" cy="608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10"/>
          <p:cNvSpPr/>
          <p:nvPr/>
        </p:nvSpPr>
        <p:spPr>
          <a:xfrm flipH="1">
            <a:off x="1569010" y="4993825"/>
            <a:ext cx="7627490" cy="198491"/>
          </a:xfrm>
          <a:custGeom>
            <a:rect b="b" l="l" r="r" t="t"/>
            <a:pathLst>
              <a:path extrusionOk="0" h="436245" w="17044670">
                <a:moveTo>
                  <a:pt x="15910887" y="0"/>
                </a:moveTo>
                <a:lnTo>
                  <a:pt x="0" y="0"/>
                </a:lnTo>
                <a:lnTo>
                  <a:pt x="0" y="435798"/>
                </a:lnTo>
                <a:lnTo>
                  <a:pt x="17044517" y="435798"/>
                </a:lnTo>
                <a:lnTo>
                  <a:pt x="17008046" y="403808"/>
                </a:lnTo>
                <a:lnTo>
                  <a:pt x="16970661" y="372857"/>
                </a:lnTo>
                <a:lnTo>
                  <a:pt x="16932386" y="342969"/>
                </a:lnTo>
                <a:lnTo>
                  <a:pt x="16893244" y="314165"/>
                </a:lnTo>
                <a:lnTo>
                  <a:pt x="16853257" y="286468"/>
                </a:lnTo>
                <a:lnTo>
                  <a:pt x="16812447" y="259902"/>
                </a:lnTo>
                <a:lnTo>
                  <a:pt x="16770838" y="234488"/>
                </a:lnTo>
                <a:lnTo>
                  <a:pt x="16728451" y="210249"/>
                </a:lnTo>
                <a:lnTo>
                  <a:pt x="16685310" y="187209"/>
                </a:lnTo>
                <a:lnTo>
                  <a:pt x="16641437" y="165389"/>
                </a:lnTo>
                <a:lnTo>
                  <a:pt x="16596854" y="144813"/>
                </a:lnTo>
                <a:lnTo>
                  <a:pt x="16551585" y="125503"/>
                </a:lnTo>
                <a:lnTo>
                  <a:pt x="16505652" y="107482"/>
                </a:lnTo>
                <a:lnTo>
                  <a:pt x="16459078" y="90771"/>
                </a:lnTo>
                <a:lnTo>
                  <a:pt x="16411884" y="75396"/>
                </a:lnTo>
                <a:lnTo>
                  <a:pt x="16364094" y="61376"/>
                </a:lnTo>
                <a:lnTo>
                  <a:pt x="16315731" y="48737"/>
                </a:lnTo>
                <a:lnTo>
                  <a:pt x="16266817" y="37499"/>
                </a:lnTo>
                <a:lnTo>
                  <a:pt x="16217374" y="27686"/>
                </a:lnTo>
                <a:lnTo>
                  <a:pt x="16167425" y="19321"/>
                </a:lnTo>
                <a:lnTo>
                  <a:pt x="16116993" y="12426"/>
                </a:lnTo>
                <a:lnTo>
                  <a:pt x="16066101" y="7023"/>
                </a:lnTo>
                <a:lnTo>
                  <a:pt x="16014771" y="3136"/>
                </a:lnTo>
                <a:lnTo>
                  <a:pt x="15963025" y="787"/>
                </a:lnTo>
                <a:lnTo>
                  <a:pt x="15910887" y="0"/>
                </a:lnTo>
                <a:close/>
              </a:path>
            </a:pathLst>
          </a:custGeom>
          <a:solidFill>
            <a:srgbClr val="70AE3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33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8708301" y="70441"/>
            <a:ext cx="435699" cy="872264"/>
          </a:xfrm>
          <a:custGeom>
            <a:rect b="b" l="l" r="r" t="t"/>
            <a:pathLst>
              <a:path extrusionOk="0" h="1917064" w="957580">
                <a:moveTo>
                  <a:pt x="956998" y="0"/>
                </a:moveTo>
                <a:lnTo>
                  <a:pt x="910437" y="1141"/>
                </a:lnTo>
                <a:lnTo>
                  <a:pt x="863217" y="4623"/>
                </a:lnTo>
                <a:lnTo>
                  <a:pt x="816659" y="10359"/>
                </a:lnTo>
                <a:lnTo>
                  <a:pt x="770818" y="18293"/>
                </a:lnTo>
                <a:lnTo>
                  <a:pt x="725749" y="28372"/>
                </a:lnTo>
                <a:lnTo>
                  <a:pt x="681506" y="40541"/>
                </a:lnTo>
                <a:lnTo>
                  <a:pt x="638144" y="54744"/>
                </a:lnTo>
                <a:lnTo>
                  <a:pt x="595719" y="70926"/>
                </a:lnTo>
                <a:lnTo>
                  <a:pt x="554286" y="89033"/>
                </a:lnTo>
                <a:lnTo>
                  <a:pt x="513898" y="109009"/>
                </a:lnTo>
                <a:lnTo>
                  <a:pt x="474611" y="130801"/>
                </a:lnTo>
                <a:lnTo>
                  <a:pt x="436481" y="154352"/>
                </a:lnTo>
                <a:lnTo>
                  <a:pt x="399561" y="179608"/>
                </a:lnTo>
                <a:lnTo>
                  <a:pt x="363907" y="206514"/>
                </a:lnTo>
                <a:lnTo>
                  <a:pt x="329574" y="235016"/>
                </a:lnTo>
                <a:lnTo>
                  <a:pt x="296616" y="265058"/>
                </a:lnTo>
                <a:lnTo>
                  <a:pt x="265089" y="296585"/>
                </a:lnTo>
                <a:lnTo>
                  <a:pt x="235047" y="329543"/>
                </a:lnTo>
                <a:lnTo>
                  <a:pt x="206546" y="363876"/>
                </a:lnTo>
                <a:lnTo>
                  <a:pt x="179639" y="399530"/>
                </a:lnTo>
                <a:lnTo>
                  <a:pt x="154383" y="436450"/>
                </a:lnTo>
                <a:lnTo>
                  <a:pt x="130832" y="474580"/>
                </a:lnTo>
                <a:lnTo>
                  <a:pt x="109040" y="513867"/>
                </a:lnTo>
                <a:lnTo>
                  <a:pt x="89064" y="554255"/>
                </a:lnTo>
                <a:lnTo>
                  <a:pt x="70957" y="595688"/>
                </a:lnTo>
                <a:lnTo>
                  <a:pt x="54775" y="638113"/>
                </a:lnTo>
                <a:lnTo>
                  <a:pt x="40572" y="681475"/>
                </a:lnTo>
                <a:lnTo>
                  <a:pt x="28403" y="725718"/>
                </a:lnTo>
                <a:lnTo>
                  <a:pt x="18324" y="770787"/>
                </a:lnTo>
                <a:lnTo>
                  <a:pt x="10390" y="816628"/>
                </a:lnTo>
                <a:lnTo>
                  <a:pt x="4654" y="863186"/>
                </a:lnTo>
                <a:lnTo>
                  <a:pt x="1172" y="910406"/>
                </a:lnTo>
                <a:lnTo>
                  <a:pt x="0" y="958232"/>
                </a:lnTo>
                <a:lnTo>
                  <a:pt x="1172" y="1006060"/>
                </a:lnTo>
                <a:lnTo>
                  <a:pt x="4654" y="1053280"/>
                </a:lnTo>
                <a:lnTo>
                  <a:pt x="10390" y="1099839"/>
                </a:lnTo>
                <a:lnTo>
                  <a:pt x="18324" y="1145680"/>
                </a:lnTo>
                <a:lnTo>
                  <a:pt x="28403" y="1190750"/>
                </a:lnTo>
                <a:lnTo>
                  <a:pt x="40572" y="1234993"/>
                </a:lnTo>
                <a:lnTo>
                  <a:pt x="54775" y="1278354"/>
                </a:lnTo>
                <a:lnTo>
                  <a:pt x="71010" y="1320902"/>
                </a:lnTo>
                <a:lnTo>
                  <a:pt x="89064" y="1362213"/>
                </a:lnTo>
                <a:lnTo>
                  <a:pt x="109040" y="1402600"/>
                </a:lnTo>
                <a:lnTo>
                  <a:pt x="130832" y="1441887"/>
                </a:lnTo>
                <a:lnTo>
                  <a:pt x="154383" y="1480017"/>
                </a:lnTo>
                <a:lnTo>
                  <a:pt x="179639" y="1516936"/>
                </a:lnTo>
                <a:lnTo>
                  <a:pt x="206546" y="1552589"/>
                </a:lnTo>
                <a:lnTo>
                  <a:pt x="235047" y="1586922"/>
                </a:lnTo>
                <a:lnTo>
                  <a:pt x="265089" y="1619879"/>
                </a:lnTo>
                <a:lnTo>
                  <a:pt x="296616" y="1651405"/>
                </a:lnTo>
                <a:lnTo>
                  <a:pt x="329574" y="1681447"/>
                </a:lnTo>
                <a:lnTo>
                  <a:pt x="363907" y="1709947"/>
                </a:lnTo>
                <a:lnTo>
                  <a:pt x="399561" y="1736853"/>
                </a:lnTo>
                <a:lnTo>
                  <a:pt x="436481" y="1762108"/>
                </a:lnTo>
                <a:lnTo>
                  <a:pt x="474611" y="1785659"/>
                </a:lnTo>
                <a:lnTo>
                  <a:pt x="513898" y="1807450"/>
                </a:lnTo>
                <a:lnTo>
                  <a:pt x="554286" y="1827425"/>
                </a:lnTo>
                <a:lnTo>
                  <a:pt x="595719" y="1845532"/>
                </a:lnTo>
                <a:lnTo>
                  <a:pt x="638144" y="1861713"/>
                </a:lnTo>
                <a:lnTo>
                  <a:pt x="681506" y="1875915"/>
                </a:lnTo>
                <a:lnTo>
                  <a:pt x="725749" y="1888083"/>
                </a:lnTo>
                <a:lnTo>
                  <a:pt x="770818" y="1898162"/>
                </a:lnTo>
                <a:lnTo>
                  <a:pt x="816659" y="1906096"/>
                </a:lnTo>
                <a:lnTo>
                  <a:pt x="863217" y="1911832"/>
                </a:lnTo>
                <a:lnTo>
                  <a:pt x="910437" y="1915313"/>
                </a:lnTo>
                <a:lnTo>
                  <a:pt x="956998" y="1916455"/>
                </a:lnTo>
                <a:lnTo>
                  <a:pt x="956998" y="1449382"/>
                </a:lnTo>
                <a:lnTo>
                  <a:pt x="910958" y="1447194"/>
                </a:lnTo>
                <a:lnTo>
                  <a:pt x="864924" y="1440585"/>
                </a:lnTo>
                <a:lnTo>
                  <a:pt x="820369" y="1429823"/>
                </a:lnTo>
                <a:lnTo>
                  <a:pt x="777497" y="1415112"/>
                </a:lnTo>
                <a:lnTo>
                  <a:pt x="736514" y="1396658"/>
                </a:lnTo>
                <a:lnTo>
                  <a:pt x="697627" y="1374668"/>
                </a:lnTo>
                <a:lnTo>
                  <a:pt x="661042" y="1349347"/>
                </a:lnTo>
                <a:lnTo>
                  <a:pt x="626963" y="1320902"/>
                </a:lnTo>
                <a:lnTo>
                  <a:pt x="595598" y="1289537"/>
                </a:lnTo>
                <a:lnTo>
                  <a:pt x="567152" y="1255459"/>
                </a:lnTo>
                <a:lnTo>
                  <a:pt x="541830" y="1218873"/>
                </a:lnTo>
                <a:lnTo>
                  <a:pt x="519840" y="1179986"/>
                </a:lnTo>
                <a:lnTo>
                  <a:pt x="501386" y="1139004"/>
                </a:lnTo>
                <a:lnTo>
                  <a:pt x="486674" y="1096131"/>
                </a:lnTo>
                <a:lnTo>
                  <a:pt x="475911" y="1051574"/>
                </a:lnTo>
                <a:lnTo>
                  <a:pt x="469302" y="1005540"/>
                </a:lnTo>
                <a:lnTo>
                  <a:pt x="467053" y="958232"/>
                </a:lnTo>
                <a:lnTo>
                  <a:pt x="469302" y="910927"/>
                </a:lnTo>
                <a:lnTo>
                  <a:pt x="475911" y="864894"/>
                </a:lnTo>
                <a:lnTo>
                  <a:pt x="486674" y="820338"/>
                </a:lnTo>
                <a:lnTo>
                  <a:pt x="501386" y="777467"/>
                </a:lnTo>
                <a:lnTo>
                  <a:pt x="519840" y="736485"/>
                </a:lnTo>
                <a:lnTo>
                  <a:pt x="541830" y="697599"/>
                </a:lnTo>
                <a:lnTo>
                  <a:pt x="567152" y="661014"/>
                </a:lnTo>
                <a:lnTo>
                  <a:pt x="595598" y="626937"/>
                </a:lnTo>
                <a:lnTo>
                  <a:pt x="626963" y="595573"/>
                </a:lnTo>
                <a:lnTo>
                  <a:pt x="661042" y="567127"/>
                </a:lnTo>
                <a:lnTo>
                  <a:pt x="697627" y="541807"/>
                </a:lnTo>
                <a:lnTo>
                  <a:pt x="736514" y="519817"/>
                </a:lnTo>
                <a:lnTo>
                  <a:pt x="777497" y="501364"/>
                </a:lnTo>
                <a:lnTo>
                  <a:pt x="820369" y="486653"/>
                </a:lnTo>
                <a:lnTo>
                  <a:pt x="864924" y="475890"/>
                </a:lnTo>
                <a:lnTo>
                  <a:pt x="910958" y="469281"/>
                </a:lnTo>
                <a:lnTo>
                  <a:pt x="956998" y="467093"/>
                </a:lnTo>
                <a:lnTo>
                  <a:pt x="956998" y="0"/>
                </a:lnTo>
                <a:close/>
              </a:path>
            </a:pathLst>
          </a:custGeom>
          <a:solidFill>
            <a:srgbClr val="3A8DD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/>
        </p:nvSpPr>
        <p:spPr>
          <a:xfrm>
            <a:off x="1148631" y="1535569"/>
            <a:ext cx="512842" cy="514864"/>
          </a:xfrm>
          <a:custGeom>
            <a:rect b="b" l="l" r="r" t="t"/>
            <a:pathLst>
              <a:path extrusionOk="0" h="1131570" w="1127125">
                <a:moveTo>
                  <a:pt x="924987" y="0"/>
                </a:moveTo>
                <a:lnTo>
                  <a:pt x="0" y="0"/>
                </a:lnTo>
                <a:lnTo>
                  <a:pt x="0" y="1131033"/>
                </a:lnTo>
                <a:lnTo>
                  <a:pt x="1126646" y="1131033"/>
                </a:lnTo>
                <a:lnTo>
                  <a:pt x="1126646" y="201658"/>
                </a:lnTo>
                <a:lnTo>
                  <a:pt x="1121320" y="155418"/>
                </a:lnTo>
                <a:lnTo>
                  <a:pt x="1106148" y="112971"/>
                </a:lnTo>
                <a:lnTo>
                  <a:pt x="1082342" y="75529"/>
                </a:lnTo>
                <a:lnTo>
                  <a:pt x="1051112" y="44300"/>
                </a:lnTo>
                <a:lnTo>
                  <a:pt x="1013669" y="20495"/>
                </a:lnTo>
                <a:lnTo>
                  <a:pt x="971224" y="5325"/>
                </a:lnTo>
                <a:lnTo>
                  <a:pt x="924987" y="0"/>
                </a:lnTo>
                <a:close/>
              </a:path>
            </a:pathLst>
          </a:custGeom>
          <a:solidFill>
            <a:srgbClr val="008FD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33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1"/>
          <p:cNvSpPr/>
          <p:nvPr/>
        </p:nvSpPr>
        <p:spPr>
          <a:xfrm>
            <a:off x="3620526" y="1535569"/>
            <a:ext cx="512842" cy="514864"/>
          </a:xfrm>
          <a:custGeom>
            <a:rect b="b" l="l" r="r" t="t"/>
            <a:pathLst>
              <a:path extrusionOk="0" h="1131570" w="1127125">
                <a:moveTo>
                  <a:pt x="924987" y="0"/>
                </a:moveTo>
                <a:lnTo>
                  <a:pt x="0" y="0"/>
                </a:lnTo>
                <a:lnTo>
                  <a:pt x="0" y="1131033"/>
                </a:lnTo>
                <a:lnTo>
                  <a:pt x="1126646" y="1131033"/>
                </a:lnTo>
                <a:lnTo>
                  <a:pt x="1126646" y="201658"/>
                </a:lnTo>
                <a:lnTo>
                  <a:pt x="1121320" y="155418"/>
                </a:lnTo>
                <a:lnTo>
                  <a:pt x="1106148" y="112971"/>
                </a:lnTo>
                <a:lnTo>
                  <a:pt x="1082342" y="75529"/>
                </a:lnTo>
                <a:lnTo>
                  <a:pt x="1051112" y="44300"/>
                </a:lnTo>
                <a:lnTo>
                  <a:pt x="1013669" y="20495"/>
                </a:lnTo>
                <a:lnTo>
                  <a:pt x="971224" y="5325"/>
                </a:lnTo>
                <a:lnTo>
                  <a:pt x="924987" y="0"/>
                </a:lnTo>
                <a:close/>
              </a:path>
            </a:pathLst>
          </a:custGeom>
          <a:solidFill>
            <a:srgbClr val="7AC14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33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1"/>
          <p:cNvSpPr/>
          <p:nvPr/>
        </p:nvSpPr>
        <p:spPr>
          <a:xfrm>
            <a:off x="6107491" y="1535569"/>
            <a:ext cx="512842" cy="514864"/>
          </a:xfrm>
          <a:custGeom>
            <a:rect b="b" l="l" r="r" t="t"/>
            <a:pathLst>
              <a:path extrusionOk="0" h="1131570" w="1127125">
                <a:moveTo>
                  <a:pt x="924987" y="0"/>
                </a:moveTo>
                <a:lnTo>
                  <a:pt x="0" y="0"/>
                </a:lnTo>
                <a:lnTo>
                  <a:pt x="0" y="1131033"/>
                </a:lnTo>
                <a:lnTo>
                  <a:pt x="1126646" y="1131033"/>
                </a:lnTo>
                <a:lnTo>
                  <a:pt x="1126646" y="201658"/>
                </a:lnTo>
                <a:lnTo>
                  <a:pt x="1121320" y="155418"/>
                </a:lnTo>
                <a:lnTo>
                  <a:pt x="1106150" y="112971"/>
                </a:lnTo>
                <a:lnTo>
                  <a:pt x="1082345" y="75529"/>
                </a:lnTo>
                <a:lnTo>
                  <a:pt x="1051117" y="44300"/>
                </a:lnTo>
                <a:lnTo>
                  <a:pt x="1013674" y="20495"/>
                </a:lnTo>
                <a:lnTo>
                  <a:pt x="971227" y="5325"/>
                </a:lnTo>
                <a:lnTo>
                  <a:pt x="924987" y="0"/>
                </a:lnTo>
                <a:close/>
              </a:path>
            </a:pathLst>
          </a:custGeom>
          <a:solidFill>
            <a:srgbClr val="4755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33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1"/>
          <p:cNvSpPr/>
          <p:nvPr>
            <p:ph idx="2" type="pic"/>
          </p:nvPr>
        </p:nvSpPr>
        <p:spPr>
          <a:xfrm>
            <a:off x="1221300" y="1609250"/>
            <a:ext cx="367500" cy="367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0" name="Google Shape;80;p11"/>
          <p:cNvSpPr/>
          <p:nvPr>
            <p:ph idx="3" type="pic"/>
          </p:nvPr>
        </p:nvSpPr>
        <p:spPr>
          <a:xfrm>
            <a:off x="3700738" y="1609250"/>
            <a:ext cx="367500" cy="367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1" name="Google Shape;81;p11"/>
          <p:cNvSpPr/>
          <p:nvPr>
            <p:ph idx="4" type="pic"/>
          </p:nvPr>
        </p:nvSpPr>
        <p:spPr>
          <a:xfrm>
            <a:off x="6165100" y="1609250"/>
            <a:ext cx="367500" cy="367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2" name="Google Shape;82;p11"/>
          <p:cNvSpPr txBox="1"/>
          <p:nvPr>
            <p:ph type="title"/>
          </p:nvPr>
        </p:nvSpPr>
        <p:spPr>
          <a:xfrm>
            <a:off x="1034650" y="2092800"/>
            <a:ext cx="17154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1"/>
          <p:cNvSpPr txBox="1"/>
          <p:nvPr>
            <p:ph idx="5" type="title"/>
          </p:nvPr>
        </p:nvSpPr>
        <p:spPr>
          <a:xfrm>
            <a:off x="3534325" y="2092800"/>
            <a:ext cx="17154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4" name="Google Shape;84;p11"/>
          <p:cNvSpPr txBox="1"/>
          <p:nvPr>
            <p:ph idx="6" type="title"/>
          </p:nvPr>
        </p:nvSpPr>
        <p:spPr>
          <a:xfrm>
            <a:off x="6034000" y="2092800"/>
            <a:ext cx="17154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5" name="Google Shape;85;p11"/>
          <p:cNvSpPr txBox="1"/>
          <p:nvPr>
            <p:ph idx="1" type="body"/>
          </p:nvPr>
        </p:nvSpPr>
        <p:spPr>
          <a:xfrm>
            <a:off x="1148625" y="2792200"/>
            <a:ext cx="2084400" cy="12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9pPr>
          </a:lstStyle>
          <a:p/>
        </p:txBody>
      </p:sp>
      <p:sp>
        <p:nvSpPr>
          <p:cNvPr id="86" name="Google Shape;86;p11"/>
          <p:cNvSpPr txBox="1"/>
          <p:nvPr>
            <p:ph idx="7" type="body"/>
          </p:nvPr>
        </p:nvSpPr>
        <p:spPr>
          <a:xfrm>
            <a:off x="3529800" y="2792200"/>
            <a:ext cx="2084400" cy="12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66700" lvl="1" marL="914400" rtl="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2pPr>
            <a:lvl3pPr indent="-266700" lvl="2" marL="1371600" rtl="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3pPr>
            <a:lvl4pPr indent="-266700" lvl="3" marL="1828800" rtl="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4pPr>
            <a:lvl5pPr indent="-266700" lvl="4" marL="2286000" rtl="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5pPr>
            <a:lvl6pPr indent="-266700" lvl="5" marL="2743200" rtl="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6pPr>
            <a:lvl7pPr indent="-266700" lvl="6" marL="3200400" rtl="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7pPr>
            <a:lvl8pPr indent="-266700" lvl="7" marL="3657600" rtl="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8pPr>
            <a:lvl9pPr indent="-266700" lvl="8" marL="4114800" rtl="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9pPr>
          </a:lstStyle>
          <a:p/>
        </p:txBody>
      </p:sp>
      <p:sp>
        <p:nvSpPr>
          <p:cNvPr id="87" name="Google Shape;87;p11"/>
          <p:cNvSpPr txBox="1"/>
          <p:nvPr>
            <p:ph idx="8" type="body"/>
          </p:nvPr>
        </p:nvSpPr>
        <p:spPr>
          <a:xfrm>
            <a:off x="6107500" y="2834575"/>
            <a:ext cx="2084400" cy="12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66700" lvl="1" marL="914400" rtl="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2pPr>
            <a:lvl3pPr indent="-266700" lvl="2" marL="1371600" rtl="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3pPr>
            <a:lvl4pPr indent="-266700" lvl="3" marL="1828800" rtl="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4pPr>
            <a:lvl5pPr indent="-266700" lvl="4" marL="2286000" rtl="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5pPr>
            <a:lvl6pPr indent="-266700" lvl="5" marL="2743200" rtl="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6pPr>
            <a:lvl7pPr indent="-266700" lvl="6" marL="3200400" rtl="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7pPr>
            <a:lvl8pPr indent="-266700" lvl="7" marL="3657600" rtl="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8pPr>
            <a:lvl9pPr indent="-266700" lvl="8" marL="4114800" rtl="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9pPr>
          </a:lstStyle>
          <a:p/>
        </p:txBody>
      </p:sp>
      <p:sp>
        <p:nvSpPr>
          <p:cNvPr id="88" name="Google Shape;88;p11"/>
          <p:cNvSpPr/>
          <p:nvPr/>
        </p:nvSpPr>
        <p:spPr>
          <a:xfrm>
            <a:off x="8624573" y="23502"/>
            <a:ext cx="519776" cy="1099071"/>
          </a:xfrm>
          <a:custGeom>
            <a:rect b="b" l="l" r="r" t="t"/>
            <a:pathLst>
              <a:path extrusionOk="0" h="2415540" w="1142365">
                <a:moveTo>
                  <a:pt x="1142016" y="0"/>
                </a:moveTo>
                <a:lnTo>
                  <a:pt x="1065110" y="6454"/>
                </a:lnTo>
                <a:lnTo>
                  <a:pt x="1018033" y="12996"/>
                </a:lnTo>
                <a:lnTo>
                  <a:pt x="971552" y="21327"/>
                </a:lnTo>
                <a:lnTo>
                  <a:pt x="925704" y="31410"/>
                </a:lnTo>
                <a:lnTo>
                  <a:pt x="880524" y="43209"/>
                </a:lnTo>
                <a:lnTo>
                  <a:pt x="836048" y="56688"/>
                </a:lnTo>
                <a:lnTo>
                  <a:pt x="792312" y="71811"/>
                </a:lnTo>
                <a:lnTo>
                  <a:pt x="749354" y="88541"/>
                </a:lnTo>
                <a:lnTo>
                  <a:pt x="707208" y="106843"/>
                </a:lnTo>
                <a:lnTo>
                  <a:pt x="665911" y="126681"/>
                </a:lnTo>
                <a:lnTo>
                  <a:pt x="625499" y="148018"/>
                </a:lnTo>
                <a:lnTo>
                  <a:pt x="586009" y="170818"/>
                </a:lnTo>
                <a:lnTo>
                  <a:pt x="547475" y="195045"/>
                </a:lnTo>
                <a:lnTo>
                  <a:pt x="509935" y="220663"/>
                </a:lnTo>
                <a:lnTo>
                  <a:pt x="473425" y="247636"/>
                </a:lnTo>
                <a:lnTo>
                  <a:pt x="437981" y="275927"/>
                </a:lnTo>
                <a:lnTo>
                  <a:pt x="403638" y="305501"/>
                </a:lnTo>
                <a:lnTo>
                  <a:pt x="370433" y="336321"/>
                </a:lnTo>
                <a:lnTo>
                  <a:pt x="338403" y="368352"/>
                </a:lnTo>
                <a:lnTo>
                  <a:pt x="307582" y="401557"/>
                </a:lnTo>
                <a:lnTo>
                  <a:pt x="278008" y="435899"/>
                </a:lnTo>
                <a:lnTo>
                  <a:pt x="249717" y="471344"/>
                </a:lnTo>
                <a:lnTo>
                  <a:pt x="222744" y="507854"/>
                </a:lnTo>
                <a:lnTo>
                  <a:pt x="197126" y="545394"/>
                </a:lnTo>
                <a:lnTo>
                  <a:pt x="172899" y="583927"/>
                </a:lnTo>
                <a:lnTo>
                  <a:pt x="150099" y="623418"/>
                </a:lnTo>
                <a:lnTo>
                  <a:pt x="128762" y="663830"/>
                </a:lnTo>
                <a:lnTo>
                  <a:pt x="108924" y="705127"/>
                </a:lnTo>
                <a:lnTo>
                  <a:pt x="90622" y="747273"/>
                </a:lnTo>
                <a:lnTo>
                  <a:pt x="73892" y="790231"/>
                </a:lnTo>
                <a:lnTo>
                  <a:pt x="58769" y="833967"/>
                </a:lnTo>
                <a:lnTo>
                  <a:pt x="45290" y="878442"/>
                </a:lnTo>
                <a:lnTo>
                  <a:pt x="33491" y="923623"/>
                </a:lnTo>
                <a:lnTo>
                  <a:pt x="23408" y="969471"/>
                </a:lnTo>
                <a:lnTo>
                  <a:pt x="15077" y="1015952"/>
                </a:lnTo>
                <a:lnTo>
                  <a:pt x="8535" y="1063029"/>
                </a:lnTo>
                <a:lnTo>
                  <a:pt x="3817" y="1110665"/>
                </a:lnTo>
                <a:lnTo>
                  <a:pt x="956" y="1159019"/>
                </a:lnTo>
                <a:lnTo>
                  <a:pt x="0" y="1207473"/>
                </a:lnTo>
                <a:lnTo>
                  <a:pt x="960" y="1256121"/>
                </a:lnTo>
                <a:lnTo>
                  <a:pt x="3817" y="1304281"/>
                </a:lnTo>
                <a:lnTo>
                  <a:pt x="8535" y="1351918"/>
                </a:lnTo>
                <a:lnTo>
                  <a:pt x="15077" y="1398995"/>
                </a:lnTo>
                <a:lnTo>
                  <a:pt x="23408" y="1445476"/>
                </a:lnTo>
                <a:lnTo>
                  <a:pt x="33491" y="1491324"/>
                </a:lnTo>
                <a:lnTo>
                  <a:pt x="45290" y="1536505"/>
                </a:lnTo>
                <a:lnTo>
                  <a:pt x="58769" y="1580981"/>
                </a:lnTo>
                <a:lnTo>
                  <a:pt x="73892" y="1624716"/>
                </a:lnTo>
                <a:lnTo>
                  <a:pt x="90622" y="1667675"/>
                </a:lnTo>
                <a:lnTo>
                  <a:pt x="108924" y="1709821"/>
                </a:lnTo>
                <a:lnTo>
                  <a:pt x="128762" y="1751119"/>
                </a:lnTo>
                <a:lnTo>
                  <a:pt x="150099" y="1791531"/>
                </a:lnTo>
                <a:lnTo>
                  <a:pt x="172899" y="1831022"/>
                </a:lnTo>
                <a:lnTo>
                  <a:pt x="197126" y="1869555"/>
                </a:lnTo>
                <a:lnTo>
                  <a:pt x="222744" y="1907096"/>
                </a:lnTo>
                <a:lnTo>
                  <a:pt x="249717" y="1943606"/>
                </a:lnTo>
                <a:lnTo>
                  <a:pt x="278008" y="1979051"/>
                </a:lnTo>
                <a:lnTo>
                  <a:pt x="307582" y="2013394"/>
                </a:lnTo>
                <a:lnTo>
                  <a:pt x="338403" y="2046599"/>
                </a:lnTo>
                <a:lnTo>
                  <a:pt x="370433" y="2078630"/>
                </a:lnTo>
                <a:lnTo>
                  <a:pt x="403638" y="2109451"/>
                </a:lnTo>
                <a:lnTo>
                  <a:pt x="437981" y="2139025"/>
                </a:lnTo>
                <a:lnTo>
                  <a:pt x="473425" y="2167317"/>
                </a:lnTo>
                <a:lnTo>
                  <a:pt x="509935" y="2194290"/>
                </a:lnTo>
                <a:lnTo>
                  <a:pt x="547475" y="2219909"/>
                </a:lnTo>
                <a:lnTo>
                  <a:pt x="586009" y="2244136"/>
                </a:lnTo>
                <a:lnTo>
                  <a:pt x="625499" y="2266937"/>
                </a:lnTo>
                <a:lnTo>
                  <a:pt x="665911" y="2288274"/>
                </a:lnTo>
                <a:lnTo>
                  <a:pt x="707208" y="2308112"/>
                </a:lnTo>
                <a:lnTo>
                  <a:pt x="749354" y="2326414"/>
                </a:lnTo>
                <a:lnTo>
                  <a:pt x="792312" y="2343145"/>
                </a:lnTo>
                <a:lnTo>
                  <a:pt x="836048" y="2358268"/>
                </a:lnTo>
                <a:lnTo>
                  <a:pt x="880524" y="2371747"/>
                </a:lnTo>
                <a:lnTo>
                  <a:pt x="925704" y="2383546"/>
                </a:lnTo>
                <a:lnTo>
                  <a:pt x="971552" y="2393630"/>
                </a:lnTo>
                <a:lnTo>
                  <a:pt x="1018033" y="2401960"/>
                </a:lnTo>
                <a:lnTo>
                  <a:pt x="1065110" y="2408503"/>
                </a:lnTo>
                <a:lnTo>
                  <a:pt x="1112746" y="2413221"/>
                </a:lnTo>
                <a:lnTo>
                  <a:pt x="1142016" y="2414957"/>
                </a:lnTo>
                <a:lnTo>
                  <a:pt x="1142016" y="1823427"/>
                </a:lnTo>
                <a:lnTo>
                  <a:pt x="1113665" y="1820137"/>
                </a:lnTo>
                <a:lnTo>
                  <a:pt x="1067389" y="1811131"/>
                </a:lnTo>
                <a:lnTo>
                  <a:pt x="1022408" y="1798762"/>
                </a:lnTo>
                <a:lnTo>
                  <a:pt x="978860" y="1783167"/>
                </a:lnTo>
                <a:lnTo>
                  <a:pt x="936884" y="1764485"/>
                </a:lnTo>
                <a:lnTo>
                  <a:pt x="896617" y="1742853"/>
                </a:lnTo>
                <a:lnTo>
                  <a:pt x="858197" y="1718409"/>
                </a:lnTo>
                <a:lnTo>
                  <a:pt x="821761" y="1691290"/>
                </a:lnTo>
                <a:lnTo>
                  <a:pt x="787449" y="1661636"/>
                </a:lnTo>
                <a:lnTo>
                  <a:pt x="755397" y="1629583"/>
                </a:lnTo>
                <a:lnTo>
                  <a:pt x="725743" y="1595270"/>
                </a:lnTo>
                <a:lnTo>
                  <a:pt x="698626" y="1558834"/>
                </a:lnTo>
                <a:lnTo>
                  <a:pt x="674183" y="1520413"/>
                </a:lnTo>
                <a:lnTo>
                  <a:pt x="652551" y="1480146"/>
                </a:lnTo>
                <a:lnTo>
                  <a:pt x="633869" y="1438169"/>
                </a:lnTo>
                <a:lnTo>
                  <a:pt x="618275" y="1394621"/>
                </a:lnTo>
                <a:lnTo>
                  <a:pt x="605907" y="1349639"/>
                </a:lnTo>
                <a:lnTo>
                  <a:pt x="596901" y="1303362"/>
                </a:lnTo>
                <a:lnTo>
                  <a:pt x="591397" y="1255928"/>
                </a:lnTo>
                <a:lnTo>
                  <a:pt x="589531" y="1207473"/>
                </a:lnTo>
                <a:lnTo>
                  <a:pt x="591397" y="1159019"/>
                </a:lnTo>
                <a:lnTo>
                  <a:pt x="596901" y="1111584"/>
                </a:lnTo>
                <a:lnTo>
                  <a:pt x="605907" y="1065308"/>
                </a:lnTo>
                <a:lnTo>
                  <a:pt x="618275" y="1020327"/>
                </a:lnTo>
                <a:lnTo>
                  <a:pt x="633869" y="976779"/>
                </a:lnTo>
                <a:lnTo>
                  <a:pt x="652551" y="934803"/>
                </a:lnTo>
                <a:lnTo>
                  <a:pt x="674183" y="894536"/>
                </a:lnTo>
                <a:lnTo>
                  <a:pt x="698626" y="856116"/>
                </a:lnTo>
                <a:lnTo>
                  <a:pt x="725743" y="819680"/>
                </a:lnTo>
                <a:lnTo>
                  <a:pt x="755397" y="785368"/>
                </a:lnTo>
                <a:lnTo>
                  <a:pt x="787449" y="753316"/>
                </a:lnTo>
                <a:lnTo>
                  <a:pt x="821761" y="723662"/>
                </a:lnTo>
                <a:lnTo>
                  <a:pt x="858197" y="696545"/>
                </a:lnTo>
                <a:lnTo>
                  <a:pt x="896617" y="672101"/>
                </a:lnTo>
                <a:lnTo>
                  <a:pt x="936884" y="650470"/>
                </a:lnTo>
                <a:lnTo>
                  <a:pt x="978860" y="631788"/>
                </a:lnTo>
                <a:lnTo>
                  <a:pt x="1022408" y="616194"/>
                </a:lnTo>
                <a:lnTo>
                  <a:pt x="1067389" y="603825"/>
                </a:lnTo>
                <a:lnTo>
                  <a:pt x="1113665" y="594820"/>
                </a:lnTo>
                <a:lnTo>
                  <a:pt x="1142016" y="591530"/>
                </a:lnTo>
                <a:lnTo>
                  <a:pt x="1142016" y="0"/>
                </a:lnTo>
                <a:close/>
              </a:path>
            </a:pathLst>
          </a:custGeom>
          <a:solidFill>
            <a:srgbClr val="008FD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33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1"/>
          <p:cNvSpPr/>
          <p:nvPr/>
        </p:nvSpPr>
        <p:spPr>
          <a:xfrm>
            <a:off x="2229601" y="4941390"/>
            <a:ext cx="6830764" cy="0"/>
          </a:xfrm>
          <a:custGeom>
            <a:rect b="b" l="l" r="r" t="t"/>
            <a:pathLst>
              <a:path extrusionOk="0" h="120000" w="15012669">
                <a:moveTo>
                  <a:pt x="0" y="0"/>
                </a:moveTo>
                <a:lnTo>
                  <a:pt x="15012642" y="0"/>
                </a:lnTo>
              </a:path>
            </a:pathLst>
          </a:custGeom>
          <a:noFill/>
          <a:ln cap="flat" cmpd="sng" w="14425">
            <a:solidFill>
              <a:srgbClr val="008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33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280200" y="2103550"/>
            <a:ext cx="2627400" cy="13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14"/>
          <p:cNvSpPr/>
          <p:nvPr/>
        </p:nvSpPr>
        <p:spPr>
          <a:xfrm>
            <a:off x="3187158" y="1725631"/>
            <a:ext cx="0" cy="2510758"/>
          </a:xfrm>
          <a:custGeom>
            <a:rect b="b" l="l" r="r" t="t"/>
            <a:pathLst>
              <a:path extrusionOk="0" h="5518150" w="120000">
                <a:moveTo>
                  <a:pt x="0" y="5517580"/>
                </a:moveTo>
                <a:lnTo>
                  <a:pt x="0" y="0"/>
                </a:lnTo>
              </a:path>
            </a:pathLst>
          </a:custGeom>
          <a:noFill/>
          <a:ln cap="flat" cmpd="sng" w="41875">
            <a:solidFill>
              <a:srgbClr val="008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2621533" y="4293203"/>
            <a:ext cx="1131300" cy="1106100"/>
          </a:xfrm>
          <a:prstGeom prst="ellipse">
            <a:avLst/>
          </a:prstGeom>
          <a:noFill/>
          <a:ln cap="flat" cmpd="sng" w="228600">
            <a:solidFill>
              <a:srgbClr val="008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600"/>
          </a:p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4240775" y="1725625"/>
            <a:ext cx="3359100" cy="23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14"/>
          <p:cNvSpPr/>
          <p:nvPr/>
        </p:nvSpPr>
        <p:spPr>
          <a:xfrm>
            <a:off x="8137076" y="-685896"/>
            <a:ext cx="1590300" cy="1554900"/>
          </a:xfrm>
          <a:prstGeom prst="ellipse">
            <a:avLst/>
          </a:prstGeom>
          <a:noFill/>
          <a:ln cap="flat" cmpd="sng" w="228600">
            <a:solidFill>
              <a:srgbClr val="7A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6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9750" y="10964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753771"/>
            <a:ext cx="1498925" cy="3897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ctrTitle"/>
          </p:nvPr>
        </p:nvSpPr>
        <p:spPr>
          <a:xfrm>
            <a:off x="311700" y="1805475"/>
            <a:ext cx="6144000" cy="9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 txBox="1"/>
          <p:nvPr>
            <p:ph idx="1" type="subTitle"/>
          </p:nvPr>
        </p:nvSpPr>
        <p:spPr>
          <a:xfrm>
            <a:off x="250675" y="2834125"/>
            <a:ext cx="61965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59750" y="192750"/>
            <a:ext cx="506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59750" y="1096400"/>
            <a:ext cx="495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 txBox="1"/>
          <p:nvPr>
            <p:ph idx="2" type="body"/>
          </p:nvPr>
        </p:nvSpPr>
        <p:spPr>
          <a:xfrm>
            <a:off x="5577000" y="894050"/>
            <a:ext cx="3255300" cy="38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2834175" y="77625"/>
            <a:ext cx="622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 txBox="1"/>
          <p:nvPr>
            <p:ph idx="2" type="title"/>
          </p:nvPr>
        </p:nvSpPr>
        <p:spPr>
          <a:xfrm>
            <a:off x="257125" y="1552800"/>
            <a:ext cx="2377500" cy="13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3300025" y="1246825"/>
            <a:ext cx="495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280200" y="2103550"/>
            <a:ext cx="2627400" cy="13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4240775" y="1725625"/>
            <a:ext cx="3359100" cy="23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1118100" y="1689250"/>
            <a:ext cx="2377500" cy="13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4933575" y="1689250"/>
            <a:ext cx="3359100" cy="23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 txBox="1"/>
          <p:nvPr>
            <p:ph idx="2" type="title"/>
          </p:nvPr>
        </p:nvSpPr>
        <p:spPr>
          <a:xfrm>
            <a:off x="4933575" y="1069600"/>
            <a:ext cx="29916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2"/>
          <p:cNvSpPr/>
          <p:nvPr>
            <p:ph idx="3" type="pic"/>
          </p:nvPr>
        </p:nvSpPr>
        <p:spPr>
          <a:xfrm>
            <a:off x="3470350" y="666100"/>
            <a:ext cx="661200" cy="608700"/>
          </a:xfrm>
          <a:prstGeom prst="ellipse">
            <a:avLst/>
          </a:prstGeom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>
            <p:ph idx="2" type="pic"/>
          </p:nvPr>
        </p:nvSpPr>
        <p:spPr>
          <a:xfrm>
            <a:off x="1221300" y="1609250"/>
            <a:ext cx="367500" cy="367500"/>
          </a:xfrm>
          <a:prstGeom prst="roundRect">
            <a:avLst>
              <a:gd fmla="val 16667" name="adj"/>
            </a:avLst>
          </a:prstGeom>
        </p:spPr>
      </p:sp>
      <p:sp>
        <p:nvSpPr>
          <p:cNvPr id="155" name="Google Shape;155;p23"/>
          <p:cNvSpPr/>
          <p:nvPr>
            <p:ph idx="3" type="pic"/>
          </p:nvPr>
        </p:nvSpPr>
        <p:spPr>
          <a:xfrm>
            <a:off x="3700738" y="1609250"/>
            <a:ext cx="367500" cy="367500"/>
          </a:xfrm>
          <a:prstGeom prst="roundRect">
            <a:avLst>
              <a:gd fmla="val 16667" name="adj"/>
            </a:avLst>
          </a:prstGeom>
        </p:spPr>
      </p:sp>
      <p:sp>
        <p:nvSpPr>
          <p:cNvPr id="156" name="Google Shape;156;p23"/>
          <p:cNvSpPr/>
          <p:nvPr>
            <p:ph idx="4" type="pic"/>
          </p:nvPr>
        </p:nvSpPr>
        <p:spPr>
          <a:xfrm>
            <a:off x="6165100" y="1609250"/>
            <a:ext cx="367500" cy="367500"/>
          </a:xfrm>
          <a:prstGeom prst="roundRect">
            <a:avLst>
              <a:gd fmla="val 16667" name="adj"/>
            </a:avLst>
          </a:prstGeom>
        </p:spPr>
      </p:sp>
      <p:sp>
        <p:nvSpPr>
          <p:cNvPr id="157" name="Google Shape;157;p23"/>
          <p:cNvSpPr txBox="1"/>
          <p:nvPr>
            <p:ph type="title"/>
          </p:nvPr>
        </p:nvSpPr>
        <p:spPr>
          <a:xfrm>
            <a:off x="1034650" y="2092800"/>
            <a:ext cx="17154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"/>
          <p:cNvSpPr txBox="1"/>
          <p:nvPr>
            <p:ph idx="5" type="title"/>
          </p:nvPr>
        </p:nvSpPr>
        <p:spPr>
          <a:xfrm>
            <a:off x="3534325" y="2092800"/>
            <a:ext cx="17154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 txBox="1"/>
          <p:nvPr>
            <p:ph idx="6" type="title"/>
          </p:nvPr>
        </p:nvSpPr>
        <p:spPr>
          <a:xfrm>
            <a:off x="6034000" y="2092800"/>
            <a:ext cx="1715400" cy="4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3"/>
          <p:cNvSpPr txBox="1"/>
          <p:nvPr>
            <p:ph idx="1" type="body"/>
          </p:nvPr>
        </p:nvSpPr>
        <p:spPr>
          <a:xfrm>
            <a:off x="1148625" y="2792200"/>
            <a:ext cx="2084400" cy="12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3"/>
          <p:cNvSpPr txBox="1"/>
          <p:nvPr>
            <p:ph idx="7" type="body"/>
          </p:nvPr>
        </p:nvSpPr>
        <p:spPr>
          <a:xfrm>
            <a:off x="3529800" y="2792200"/>
            <a:ext cx="2084400" cy="12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3"/>
          <p:cNvSpPr txBox="1"/>
          <p:nvPr>
            <p:ph idx="8" type="body"/>
          </p:nvPr>
        </p:nvSpPr>
        <p:spPr>
          <a:xfrm>
            <a:off x="6107500" y="2834575"/>
            <a:ext cx="2084400" cy="12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pFocus - Branded (CP)">
  <a:themeElements>
    <a:clrScheme name="Simple Light">
      <a:dk1>
        <a:srgbClr val="333F48"/>
      </a:dk1>
      <a:lt1>
        <a:srgbClr val="FFFFFF"/>
      </a:lt1>
      <a:dk2>
        <a:srgbClr val="333F48"/>
      </a:dk2>
      <a:lt2>
        <a:srgbClr val="418FDE"/>
      </a:lt2>
      <a:accent1>
        <a:srgbClr val="78BE20"/>
      </a:accent1>
      <a:accent2>
        <a:srgbClr val="418FDE"/>
      </a:accent2>
      <a:accent3>
        <a:srgbClr val="001E60"/>
      </a:accent3>
      <a:accent4>
        <a:srgbClr val="B94700"/>
      </a:accent4>
      <a:accent5>
        <a:srgbClr val="919D9D"/>
      </a:accent5>
      <a:accent6>
        <a:srgbClr val="E1CD00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